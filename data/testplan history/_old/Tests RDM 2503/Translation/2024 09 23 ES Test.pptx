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9" r:id="rId3"/>
    <p:sldId id="270" r:id="rId4"/>
    <p:sldId id="257" r:id="rId5"/>
    <p:sldId id="258" r:id="rId6"/>
    <p:sldId id="260" r:id="rId7"/>
    <p:sldId id="261" r:id="rId8"/>
    <p:sldId id="262" r:id="rId9"/>
    <p:sldId id="281" r:id="rId10"/>
    <p:sldId id="271" r:id="rId11"/>
    <p:sldId id="263" r:id="rId12"/>
    <p:sldId id="265" r:id="rId13"/>
    <p:sldId id="267" r:id="rId14"/>
    <p:sldId id="282" r:id="rId15"/>
    <p:sldId id="283" r:id="rId16"/>
    <p:sldId id="284" r:id="rId17"/>
    <p:sldId id="285" r:id="rId18"/>
    <p:sldId id="286" r:id="rId19"/>
    <p:sldId id="272" r:id="rId20"/>
    <p:sldId id="268" r:id="rId21"/>
    <p:sldId id="287" r:id="rId22"/>
    <p:sldId id="269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8" r:id="rId32"/>
    <p:sldId id="289" r:id="rId33"/>
    <p:sldId id="290" r:id="rId34"/>
    <p:sldId id="291" r:id="rId35"/>
    <p:sldId id="292" r:id="rId36"/>
    <p:sldId id="293" r:id="rId37"/>
    <p:sldId id="300" r:id="rId38"/>
    <p:sldId id="296" r:id="rId39"/>
    <p:sldId id="297" r:id="rId40"/>
    <p:sldId id="298" r:id="rId41"/>
    <p:sldId id="299" r:id="rId42"/>
    <p:sldId id="294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2" r:id="rId54"/>
    <p:sldId id="313" r:id="rId55"/>
    <p:sldId id="314" r:id="rId56"/>
    <p:sldId id="315" r:id="rId57"/>
    <p:sldId id="316" r:id="rId58"/>
    <p:sldId id="317" r:id="rId59"/>
    <p:sldId id="311" r:id="rId6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4" y="-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18:09.0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 1,'-1'8,"0"-1,-1 0,0 1,0-1,-1 0,-4 8,-2 5,1 5,2 0,0 1,1 0,2 0,-1 35,4 1,9 68,-7-106,2-1,0 1,2-1,1 0,0-1,2 0,1 0,0-1,2 0,0-1,1 0,1-1,25 27,-29-35,5 5,1 0,1 0,26 19,28 15,49 31,-84-59,2-1,0-2,1-2,55 16,0-11,0-4,2-5,0-3,0-5,137-9,-206 3,1-2,-1 0,0-2,-1-1,1 0,-1-3,-1 0,32-16,143-68,-16 9,-168 74,0-1,-1 0,18-16,9-8,-39 32,1 0,-1 0,0 0,0 0,0-1,0 1,-1-1,1 1,-1-1,0 0,0 0,0 0,-1 0,1-1,-1 1,0 0,0-1,-1 1,1-9,-1 7,-1 1,0-1,0 0,0 0,-1 1,1-1,-1 1,-1 0,1-1,-1 1,0 0,0 0,0 1,-7-8,-31-29,-70-54,49 44,28 21,26 21,-1 1,1 0,-1 1,0 0,-1 0,0 1,0 0,0 1,-1 0,1 1,-1 0,-12-3,-16 2,1 2,-1 2,0 1,0 1,-62 12,-191 56,145-30,-26 11,44-11,-90 30,-62 16,275-83,0-1,0 0,0 0,0-1,0 0,0 0,0 0,-1-1,1 1,-7-3,11 2,0 0,1 1,-1-1,0 0,0-1,1 1,-1 0,0 0,1-1,0 1,-1-1,1 1,0-1,-1 0,1 1,0-1,0 0,1 0,-1 0,0 0,0 0,1 1,0-1,-1-1,1 1,0 0,0 0,0 0,0 0,0 0,0 0,1 0,0-3,0-2,1 1,1-1,-1 0,1 1,0-1,0 1,1 0,0 0,0 0,9-9,3-2,0 2,19-15,-2 5,1 2,1 2,65-30,122-35,-118 48,-31 9,2 3,1 4,1 3,118-14,-9 26,-280 8,-5 2,1-4,-100-15,183 12,-1 0,0-1,1-1,0-1,1 0,-1 0,1-2,1 1,-20-18,21 18,0 1,-1 0,0 1,0 0,0 1,-1 1,1 0,-19-3,3 3,-1 0,-55 3,49 4,8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19:05.0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2357 137,'-5'1,"1"0,-1 0,1 0,-1 1,1 0,-1 0,1 0,0 0,-8 6,-5 3,-77 32,-113 36,110-44,-361 91,320-94,-212 69,276-74,1 3,-111 65,115-54,-23 12,-92 72,157-103,1 0,1 1,1 1,1 2,2 0,0 2,-27 48,39-57,0 0,2 1,0 0,2 0,0 0,1 1,-1 23,3 150,4-135,1 58,25 150,-17-208,2-1,2 0,3-1,36 78,-6-42,89 129,77 71,-192-263,164 191,-170-207,0 0,1-2,1 0,0-1,1 0,29 11,-36-16,20 7,-1-1,2-1,-1-2,42 6,140 10,-117-16,-16-1,130-4,-167-7,0-1,0-3,0-2,67-22,84-42,89-29,-223 84,0 3,112-13,86 9,151-17,-336 23,-40 6,63-4,15 11,214 28,106 56,-248-40,74 17,-115-30,347 56,433-40,-279-24,-53-1,476-50,-640 10,295 14,-394 6,-255-2,283-4,-4-30,-329 29,-1 0,1-2,-2 0,1-1,-1-2,26-14,-8 4,66-23,-50 22,67-23,40-17,-135 48,0-1,-1-1,46-34,87-93,-62 53,-67 62,-10 8,2 0,30-20,-18 15,-1-2,-1-1,31-36,33-27,-77 74,-2-1,0 0,0-1,13-21,-24 30,0 0,0 0,-1-1,-1 0,0 0,0 0,-1 0,0-1,0 0,-2 1,2-16,-7-220,-1 205,-2 0,-2 1,-17-49,-4-16,-3-42,-24-92,31 147,-107-344,-9 106,75 206,57 108,-1 1,0 0,-2 1,1 0,-23-18,21 22,0 1,-1 1,1 0,-2 1,-23-8,-84-18,103 28,-139-33,-2 8,-216-14,376 44,-775-26,337 43,-160 11,411-13,-192 8,-353 34,318-16,-418-3,530-37,-948-21,752-34,453 49,-71 1,5 2,42-11,52 9,-39-4,-388 5,231 5,-683-2,870 2,0 0,-31 8,29-4,-46 2,22-8,30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6:22.5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6582 1002,'-405'-136,"84"30,-5 15,-626-91,-448 71,1297 110,-601 10,633-3,1 2,0 4,-117 36,133-30,1 3,1 2,1 3,2 1,-53 39,-26 32,5 6,-114 124,-200 258,343-374,5 4,-144 247,191-282,3 2,4 2,3 1,5 1,-32 174,40-107,1 207,38 156,7-193,70 320,-72-537,4-1,4-2,6-1,3-2,5-1,4-3,109 153,-9-50,9-8,8-6,295 252,-399-384,2-2,2-4,2-2,2-4,2-3,101 39,-34-32,210 42,154-4,313-9,4-53,530-62,-436 2,216 58,-185 71,-3 29,-279-34,82 7,1517 194,-1904-237,381 46,5-47,654-53,-500-61,-249-45,-14-57,-590 151,427-155,-408 142,-2-2,-1-3,-2-3,-2-3,55-47,-80 57,327-265,-289 248,3 3,112-49,-158 80,-1-2,0 0,37-29,-54 36,-1-1,0 0,0-1,-1 0,-1-1,1 0,-2 0,0-1,0 0,8-21,45-156,-41 123,2 0,53-111,-23 90,77-98,7-11,-111 155,-1 0,-2-2,16-49,-22 41,-2-1,-2 0,-3-1,-2 0,-2 0,-3 0,-7-71,-73-374,43 315,-10-103,-32-160,57 359,-4 1,-3 1,-41-85,24 80,-5 1,-3 4,-4 1,-128-143,97 136,-4 4,-3 5,-167-111,-525-292,275 203,-824-327,991 478,-6 15,-712-136,132 126,-5 28,785 83,61 7,-935-83,-2 70,-125 102,454-24,240-16,315-21,-163 45,215-39,1 4,2 3,-139 75,111-48,-180 66,-134 12,279-98,0-7,-187 17,214-40,0-6,-1-5,-150-21,-25-43,208 40,-148-20,170 39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6:28.0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1913,'0'1,"0"0,1 0,-1 0,1 0,-1 0,1 0,-1 0,1 0,0 0,-1-1,1 1,0 0,0 0,-1-1,1 1,0 0,0-1,0 1,1 0,24 11,-18-8,40 16,1-3,1-1,91 15,-61-14,83 15,1-8,287 6,-104-40,-295 4,1-2,-2-2,1-2,78-31,-63 13,-1-4,-1-2,-2-2,-2-4,-1-2,-3-3,75-79,-65 54,-3-3,-4-3,-3-3,-4-2,48-100,-40 43,-6-3,37-151,-75 232,13-87,-26 119,-2 0,0-1,-2 1,-2 0,-5-32,6 55,0 0,-1 0,0 0,-1 0,1 0,-5-7,-5-3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6:28.6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0,'5'0,"-8"5,-3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6:29.35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549 1,'5'0,"5"0,2 9,-1 13,-8 11,-13 4,-10 6,-10 5,-14 7,-13 9,-12 7,-6 1,-1-8,0 0,3-3,13-11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6:30.17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1159,'4'-11,"0"1,0 0,1 0,10-15,1-4,10-17,2 1,36-44,74-75,1-2,-91 98,57-108,-29 46,-64 108,1 1,1 0,2 2,0-1,0 2,32-27,-45 43,0 1,0-1,1 1,-1-1,1 1,-1 0,1 0,-1 0,1 1,-1-1,1 1,0 0,-1 0,1 0,0 1,-1-1,1 1,-1 0,1 0,-1 0,1 0,-1 1,0-1,0 1,6 3,8 7,-1 0,-1 1,24 24,-8-7,26 15,67 41,-15-12,-30-12,-2 3,74 84,-122-115,-2 1,-2 1,34 65,1 0,-44-76,-1 1,-1 1,-1 0,-2 1,12 40,-20-56,0 0,-1 1,0 0,-1-1,-1 1,0 0,0 0,-1 0,-1-1,0 1,-1-1,0 1,-1-1,0 0,-8 15,-25 29,-3-4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20:19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1925 273,'-1'-1,"1"0,0-1,-1 1,1 0,-1-1,1 1,-1 0,0 0,1 0,-1 0,0-1,0 1,0 0,0 0,0 1,0-1,-2-1,-21-13,-12-1,0 2,-1 2,0 1,-1 2,-43-5,-11-4,42 7,-351-62,253 56,-250-21,379 37,-9 0,0 0,-43 5,62-3,0 1,0 0,0 0,1 1,-1 0,1 1,0 0,0 0,0 1,0 0,1 0,-7 7,-7 9,2 1,0 0,-16 27,13-17,-27 29,36-44,1 0,1 1,0 0,2 1,0 0,0 1,-5 24,8-21,1 1,2 0,0-1,2 1,0 1,6 45,-3-60,0 0,0 0,1-1,0 1,1-1,0 1,0-1,1-1,7 10,8 10,31 32,-24-29,17 15,2-1,63 46,35 32,-90-73,66 45,-72-64,1-3,2-1,75 28,6 3,-85-38,72 20,-28-11,-67-23,1-1,-1-1,1-1,0-1,0-1,43-5,1 2,467 2,-501-2,-1-1,1-1,-1-2,0-2,-1-1,44-17,-26 4,-1-1,0-3,52-37,-88 54,0-1,0-1,-1 0,0-1,-1 0,0-1,14-22,-21 28,-2 0,1 0,-1-1,0 1,-1-1,1 1,-2-1,1 0,-1 0,0 0,-1 0,1 0,-2 0,1 0,-1 0,0 0,-1 0,-4-12,-13-30,-49-94,11 29,37 71,-3 1,-1 1,-3 1,0 1,-40-42,-39-32,-5 5,-151-115,179 160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7:04.45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1277,'0'2,"-1"0,1 0,0 1,1-1,-1 0,0 0,1 1,-1-1,1 0,0 0,-1 0,1 0,2 3,-2-4,1 0,-1 0,1 0,-1 0,1-1,-1 1,1 0,-1-1,1 0,0 1,-1-1,1 0,0 0,-1 0,1 0,0 0,-1 0,1 0,-1 0,1-1,2 0,64-16,76-28,4-2,27 2,95-26,-194 47,107-49,-151 58,0-2,-1-1,30-24,-48 32,-1 0,-1-1,0 0,0-1,-1 0,0 0,-1-1,-1-1,11-22,45-129,23-50,-71 186,0 1,2 1,24-27,13-21,56-74,-98 130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7:05.260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1 167,'11'-10,"1"0,0 1,0 0,1 1,0 1,1 0,-1 1,20-7,17-1,55-10,-54 13,-21 4,101-18,-110 22,1 0,-1 2,1 1,21 3,-35-2,0 1,-1 0,1 0,-1 1,0 0,0 1,0-1,0 1,-1 1,11 8,5 7,29 32,-22-22,270 287,-273-287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7:07.05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780 601,'-3'0,"0"-1,0 1,0-1,0 0,1 0,-1 0,0 0,-2-2,-11-3,-31-10,0 2,-1 2,-1 3,1 1,-1 3,-52 0,89 6,1 0,-1 1,1 0,-1 1,1 0,0 1,0 0,0 1,1 0,-15 9,10-3,1 0,1 0,0 1,0 1,2 0,-14 19,16-20,-8 10,1 1,1 1,-14 31,25-47,1 0,0 0,1 1,0-1,0 1,1-1,0 1,0 0,1 0,0-1,1 1,0 0,0-1,5 16,16 39,3-1,54 97,88 106,-140-227,1-1,3-2,1-1,43 35,6 9,-57-53,0-1,54 40,-32-34,1-2,2-2,92 35,701 200,-213-125,-468-100,1-7,1-7,276 2,-404-23,-16 0,-1-1,1-1,28-5,-42 5,-1 0,0 0,1 0,-1-1,0 1,0-1,0 0,0-1,0 1,-1-1,1 1,-1-1,0 0,0 0,0-1,0 1,0-1,-1 1,1-1,1-5,2-6,-1 0,-1 0,0-1,-1 0,-1 1,0-1,-1-29,-16-111,5 97,-2 1,-27-73,-53-109,84 220,-121-280,93 227,-89-136,22 66,-123-131,179 223,-3 3,-1 2,-3 2,-1 3,-103-58,84 63,0 4,-2 3,-93-22,-243-39,342 76,-108-19,-1 7,-276-5,381 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1T12:12:01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1,'22'0,"43"9,-9-1,512 66,-91-9,5-30,-158-36,38 0,-167 15,53-1,-217-13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1T12:12:03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0,'0'5,"19"1,23 0,24 3,15 1,11 3,9-1,0 2,-7-1,-15-3,-16 1,-15-1,-11-2,-6-2,-10-3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8:35.52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1,'257'22,"-138"-8,691 89,-677-85,-12-1,209 25,-242-33,179 9,1565-19,-1458-26,-39 0,-217 21,0-6,131-29,-183 31,123-2,-105 9,-52-1,-1 0,41-12,-38 8,43-5,-28 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8:40.1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1,'63'3,"94"16,-17 0,475-6,-182-12,-330 8,0 5,115 30,-118-21,1-5,105 6,-150-24,-16-5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8:41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2624,'4'-1,"1"-1,-1 1,0-1,-1 0,1 0,0 0,-1-1,1 1,-1-1,5-5,6-3,328-220,404-250,429-292,-91 204,-816 444,563-179,-775 289,37-10,-84 22,-1-1,1 1,-1-1,0-1,-1 0,1 0,11-10,-5-2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8:42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0,'3'1,"1"0,-1 1,1-1,-1 0,0 1,0 0,0 0,0 0,0 0,3 4,9 4,36 15,0-3,2-1,101 23,-88-26,528 110,49 14,-505-104,-53-15,143 57,-202-67,0 2,-1 0,-1 2,0 1,-1 1,29 31,109 141,-138-162,146 211,-164-232,27 34,-26-39,-9-10,-4-2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8:45.82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1698,'1'-9,"1"-1,1 1,-1-1,1 1,1 0,0 0,0 0,1 1,0-1,0 1,7-8,4-7,39-60,-17 26,-1-2,31-69,17-88,36-78,52-76,-153 322,49-83,-56 112,0 0,0 1,2 1,0 1,1 0,34-26,-25 26,-3 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8:46.62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1 219,'0'1,"0"-1,0 1,1 0,-1-1,0 1,0-1,1 1,-1-1,0 1,1 0,-1-1,1 1,-1-1,1 0,-1 1,1-1,-1 1,1-1,-1 0,1 1,0-1,-1 0,1 0,-1 1,1-1,0 0,-1 0,1 0,0 0,-1 0,1 0,0 0,-1 0,1 0,0 0,-1 0,2-1,31-4,-26 4,252-46,-69 14,247-75,-409 99,-16 3,0 2,0 0,1 1,0 0,-1 0,1 2,22-1,-31 3,-1 0,1 0,-1 0,0 0,0 1,1 0,-1 0,0 0,0 0,0 0,-1 0,1 1,-1-1,1 1,-1 0,0 0,3 5,5 8,-1 1,8 19,-11-22,74 202,-9-21,-52-153,-12-28,0 0,-1 0,0 1,-1-1,-1 2,0-1,-2 0,3 28,-5-14,-1-1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1T12:10:19.9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0,'0'5,"5"1,1 4,0 6,3-1,5 2,5 3,-1 3,1-4,1-4,3 0,2-3,1 2,0-2,2-3,3-3,-2 2,-6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9:32.5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2515 844,'-72'-40,"-122"-49,-82-12,169 65,13 1,23 8,-1 3,-133-27,185 49,-1 1,1 1,-1 0,1 2,-1 0,1 1,-28 9,-134 54,133-46,-54 25,2 5,2 4,3 4,-129 103,196-138,1 1,1 1,1 2,1 0,2 2,0 1,2 0,2 2,1 0,1 1,2 1,1 0,1 1,-12 63,5 5,4 0,5 1,3 124,10-200,1 0,1-1,2 0,0 1,2-2,1 1,1-1,1-1,15 25,16 19,92 115,1-23,61 80,-120-139,5-4,151 144,221 138,-337-294,4-6,3-4,3-7,3-5,2-5,211 62,330 30,-563-130,1002 156,-776-151,-261-25,1-3,107-17,-155 14,0-1,-1-1,0-1,-1-1,43-23,-50 22,0-2,-1 0,0-1,-1 0,-1-2,0 1,-1-2,13-18,-2-4,-2 0,-1-2,-3 0,-1-1,-2-1,-1-1,-3 0,12-71,-6-34,1-185,-14 204,46-384,-40 438,1-116,-12 162,-2-1,-1 1,-1 0,-2 1,-1-1,-1 1,-12-30,-19-25,-3 3,-66-97,-122-139,155 216,-38-47,-7 4,-5 5,-221-186,173 189,-6 7,-6 8,-5 9,-286-123,203 123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9:33.37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1596,'-3'-7,"0"-1,1 0,0 0,0 0,1 0,-1 0,2 0,-1 0,1-1,1 1,-1 0,1 0,1 0,0 0,4-13,2-1,1 0,1 1,1 0,18-26,9-4,1 1,3 2,2 2,2 2,2 1,106-70,5 15,186-84,-10 24,634-203,-919 347,-3 1,-1-2,0-1,62-33,-76 28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9:34.22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0,'7'6,"1"0,0-1,0-1,1 1,-1-1,1 0,0-1,11 3,12 5,21 8,0-2,1-2,0-3,72 7,-66-13,1 3,-2 3,1 3,-2 1,0 4,-1 2,-1 2,82 50,59 58,264 230,-417-322,-3 2,-1 2,-3 2,63 99,-54-65,-4 3,46 125,-75-174,-2 0,-1 1,-2 0,6 59,-14-90,1 0,-1 0,-1 0,1 0,0 0,-1 0,0 0,0 0,0 0,-1 0,1 0,-1-1,0 1,0-1,0 1,0-1,-1 0,1 1,-1-1,-5 4,-16 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9:42.2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6459 921,'-28'-27,"-2"2,0 2,-2 1,-1 1,-49-24,-184-62,-138-1,276 78,-914-183,175 64,570 92,-407-27,-115 75,720 15,-171 33,-91 52,232-58,80-22,0 2,1 2,-72 32,97-36,-2-1,-44 11,17-5,-10 12,49-21,0 0,0-1,-19 5,19-7,0 1,1 0,0 1,0 0,1 1,-1 0,2 0,-1 2,1-1,0 1,1 1,0 0,0 0,-13 21,7-6,1 1,1 0,2 1,0 0,-12 52,21-69,0 0,0 0,1 0,0-1,1 1,0 0,1 0,0 0,1 0,-1 0,2 0,4 12,0-7,0 0,2 0,-1-1,2 0,0-1,18 20,46 47,3-3,127 99,-92-92,382 270,-378-280,3-5,179 76,-103-73,3-8,211 39,421 43,-345-67,-233-36,336 12,-326-49,504-56,-373-14,-297 43,-2-4,99-40,-178 60,-1-1,0 0,0-1,-1-1,0 0,0 0,0-2,-1 0,-1 0,0-1,0 0,-1-1,16-23,-14 14,0 0,-2-1,0 0,-1 0,-2-1,0 0,-1-1,-2 1,0-1,-2 0,0-31,-1-61,-6-191,4 290,-2 1,0-1,-1 1,-1 0,0 0,-1 0,-14-25,1 1,-2-29,14 44,1 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9:43.3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5947,'9'-1,"0"1,-1-2,1 1,-1-1,0-1,1 1,-1-1,11-6,62-40,-60 34,44-30,-3-2,70-70,100-129,9-64,-22-20,-209 314,286-476,248-562,-71-100,17-193,-456 1258,-3-2,-4-1,20-121,-46 206,0 1,0 0,0-1,1 1,3-7,-5 13,1-1,-1 0,0 0,1 1,-1-1,1 0,-1 1,1-1,-1 1,1-1,-1 0,1 1,0-1,-1 1,1 0,0-1,0 1,-1 0,1-1,0 1,0 0,-1 0,1-1,0 1,0 0,0 0,-1 0,1 0,0 0,0 0,0 0,-1 1,1-1,0 0,0 0,-1 1,1-1,0 0,0 1,-1-1,1 1,0-1,-1 1,1-1,-1 1,1-1,-1 1,1-1,0 2,12 10,-3-4,0 1,0-1,0-1,23 13,-30-19,1 1,-1-1,1 0,-1 0,1 0,0-1,-1 1,1-1,0 0,0 0,-1 0,1 0,0-1,0 0,-1 1,1-2,-1 1,1 0,-1 0,1-1,-1 0,4-2,15-13,1-1,-2-2,-1 0,29-36,-14 16,-9 3,-19 19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09:59:44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0 113,'28'0,"0"-1,0-1,0-1,0-2,-1-1,28-9,127-41,-147 48,-1 2,1 1,49 0,-66 5,-1 0,0 1,0 0,0 2,1 0,-2 0,1 2,0 0,19 10,21 16,64 46,38 23,-107-68,-2 2,-1 2,-2 2,46 49,-45-41,2-1,109 72,-128-100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0:10.64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1,'0'3,"1"0,-1 0,1 1,0-1,0 0,1 0,-1 0,1 0,-1 0,1 0,0 0,0-1,0 1,0 0,1-1,-1 0,1 0,-1 0,4 2,8 6,0-1,24 10,-35-17,28 11,0-1,1-2,0-1,1-1,0-2,54 4,209-10,-198-3,-237-8,39 1,72 8,1-1,-1-1,-32-9,24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0:11.85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51,'0'2,"0"-1,0 1,1 0,-1 0,0-1,1 1,-1 0,1-1,-1 1,1 0,0-1,0 1,0-1,0 1,0-1,0 1,0-1,0 0,1 0,-1 1,0-1,1 0,-1 0,1 0,2 1,4 1,0-1,0 1,0-1,13 1,-1 1,160 27,315 15,189-41,-530-6,71-12,-198 9,0-1,0-1,-1-1,0-2,0 0,27-16,-47 22,-1 0,1-1,-1 1,0-1,-1-1,1 1,-1-1,1 1,-1-1,-1-1,1 1,-1 0,0-1,0 1,-1-1,3-8,3-8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0:12.63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0,'31'3,"0"1,-1 1,1 1,34 13,4 0,101 17,-81-19,0 5,86 32,-38 2,-2 6,141 88,-259-138,0 0,-2 1,0 1,0 0,-1 1,-1 1,0 0,11 20,5 12,37 88,-41-75,-3 1,-2 1,13 77,-31-131,0 0,-1 1,-1 0,1-1,-2 11,1-18,0-1,-1 0,1 0,0 1,0-1,-1 0,1 0,-1 1,1-1,-1 0,1 0,-1 0,0 0,1 0,-1 0,0 0,0 0,0 0,0 0,0 0,0-1,0 1,0 0,0-1,0 1,0 0,-1-1,1 0,0 1,0-1,0 0,-1 1,1-1,0 0,-1 0,1 0,0 0,0 0,-1-1,1 1,0 0,0 0,-1-1,1 1,0-1,0 1,0-1,-2-1,-21-10,0-4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23:21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544 363,'-62'63,"-78"101,-37 83,135-187,26-38,2 0,0 1,2 0,0 1,2 1,1 0,0 0,2 1,1 0,1 0,-2 38,5-29,2 0,7 57,-4-71,1-1,1 0,1 0,1 0,17 34,-6-22,2-1,2-1,0 0,2-2,1-1,1-1,49 37,4-5,142 77,-137-92,2-3,100 31,-161-64,-1-1,47 4,-2 0,418 91,12 2,-369-86,154 1,-163-13,111 8,301 10,-461-22,-1-4,1-2,100-21,-152 22,224-61,-237 62,0 1,0-1,0 0,0-1,0 0,-1 0,1 0,-1-1,-1 0,11-9,-13 9,0 0,0 1,-1-1,1 0,-1 0,0 0,0 0,-1-1,0 1,1-1,-2 1,1 0,-1-1,0 1,-1-9,-1-23,-2 0,-15-59,13 75,-1 0,-1 0,0 1,-2 0,-21-32,1 7,2-1,2-2,2-1,3 0,-22-71,33 86,-27-63,29 83,1 0,-2 0,0 1,0 0,-1 1,-18-18,-23-18,3-3,-65-88,96 115,-12-16,-38-41,54 68,1 1,-2 0,0 1,0 1,-1 0,-30-14,-57-20,-112-30,-114-16,256 71,-287-68,161 41,25 5,-197-50,250 56,-119-53,125 28,86 43,-1 2,0 1,-46-16,29 15,-68-34,83 34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1:13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2576 1057,'-3'-2,"1"0,0 0,-1 0,1 1,-1-1,0 1,1-1,-1 1,0 0,0 0,0 1,0-1,0 0,0 1,0 0,0 0,0 0,-5 0,-7 2,1 1,-26 8,2-1,-2-2,-1-2,0-2,0-1,0-2,0-2,-70-11,-83-30,-62-11,223 49,1 1,-1 2,0 1,1 1,-62 12,45-1,0 3,-61 26,-90 54,17-8,120-60,-30 12,-164 95,230-117,2 1,0 1,1 1,1 1,1 1,1 1,1 1,1 0,1 2,-21 39,24-31,1 0,2 0,2 2,1-1,1 1,-4 67,12 222,2-277,0-16,2 0,0 0,3-1,0 0,2 0,1-1,2 0,17 33,-9-23,8 19,68 104,-76-133,2-2,0-1,2 0,0-2,2 0,43 30,216 112,-196-118,51 24,4-6,2-7,3-5,2-8,239 45,419 40,14 3,-566-88,1269 204,484-34,-1170-144,240 25,-37 25,250 27,-1069-128,988 69,-1152-89,524-9,-506 1,0-4,0-4,-1-2,-1-5,101-40,-153 51,1-1,-2-1,0-2,0 0,-1-1,-1-1,-1-2,0 0,-2 0,0-2,0-1,-2 0,-1 0,-1-2,0 0,-2-1,17-44,-18 31,0 0,-3 0,-1-1,-2 0,-1-1,-2 1,-4-46,-3 29,-3 0,-2 1,-2 0,-27-73,-21-30,-6 3,-7 3,-6 4,-160-223,140 245,-5 5,-5 5,-220-179,174 175,-5 6,-198-103,-376-133,-184-23,-22 65,-706-48,1584 343,-1474-256,-9 88,319 159,1143 26,-162 32,-74 42,-138 24,248-77,-166 29,361-52,-38 8,0 1,0 3,1 3,-57 27,71-24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1:14.3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0,'0'10,"1"1,1-1,0 0,0 0,1 0,0 0,1 0,0-1,0 0,1 0,0 0,1 0,0-1,11 14,2-3,1 0,1-1,0-1,33 20,-43-31,0 0,0-1,0-1,1 0,-1-1,1 0,0 0,0-1,0-1,19 0,14-2,66-10,-84 7,127-9,160 8,-285 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1:15.0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0,'5'2,"1"-1,0 1,0 0,-1 0,1 1,-1 0,0 0,0 0,5 4,15 8,248 141,-239-138,0 1,-2 1,0 2,-1 1,-2 2,0 0,-2 3,45 55,-23-23,-33-43,23 35,-34-45,-1 1,0 0,-1-1,0 1,0 0,0 1,-1-1,2 14,-3 5,0-4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24:07.1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2758 139,'-447'-25,"280"12,-810-54,449 64,505 5,-1 1,1 1,-1 1,1 1,0 1,1 1,-29 14,16-4,1 2,0 1,-49 41,61-42,1 0,1 1,1 1,1 1,1 0,0 2,2 0,1 1,1 0,-11 33,13-20,2 1,2 0,-4 58,9 126,5-178,2 1,2-1,2 0,16 51,-2-29,64 129,82 181,-87-186,60 158,68 146,-200-476,0-1,2 0,0-1,1 0,1-1,0-1,1 0,18 15,86 84,-12-9,-75-78,1-1,1-2,2-1,0-2,1-1,48 18,311 84,-233-77,247 58,-292-82,182 11,-294-33,332 6,-290-8,-1-3,1-1,-1-3,0-2,45-16,328-107,549-58,-174 38,-699 135,-32 7,1-3,93-33,-149 44,-1 0,1 0,-1-1,0 0,0 0,-1-1,0 0,0-1,0 1,0-1,-1 0,0-1,-1 0,0 0,0 0,-1 0,0-1,0 1,3-14,-4 15,4-15,2 0,0 1,2 0,0 1,15-21,-19 32,-1 1,0-1,-1 0,6-10,-10 15,0 1,0-1,0 1,0-1,0 1,-1-1,0 0,1 1,-1-1,-1 0,1 1,0-1,-1 1,0-1,-2-6,-34-90,4-2,-29-152,48 160,8 39,-3 0,-3 0,-29-83,29 114,-1 0,-1 2,0-1,-2 2,-20-21,-37-54,-30-87,6 10,42 91,-23-37,50 71,-3 1,-2 2,-2 1,-2 1,-50-44,-226-169,273 225,-17-17,36 29,0 2,-31-20,1 5,27 15,-2 2,-53-24,-5 8,-102-42,146 55,2-1,-60-41,83 50,-1 0,0 2,-1 0,1 0,-1 2,-1 0,1 1,-24-4,8 5,1 1,-1 1,-55 5,72-1,2 2,-1-1,0 2,1 0,-1 1,2 0,-23 13,17-8,-2-1,-34 12,-357 115,400-131,0 0,0 0,1 1,-14 11,20-13,-1-1,0 1,-1-1,1 0,-1 0,0-1,0 0,0 0,0 0,0-1,-1 0,1-1,0 0,-1 0,-9 0,-19-6,1-1,-68-22,-11-3,63 24,29 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1T12:14:39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0,'186'9,"259"45,-202-20,413 64,-556-85,1-5,163-7,-123-2,-114-1,0 0,32-8,-30 5,46-4,-50 7,44-8,-2-1,-44 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26:21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344 1,'-11'0,"0"0,1 0,-1 1,0 0,1 1,-1 1,-18 6,28-9,0 0,0 0,0 1,0-1,1 0,-1 1,0-1,0 1,1-1,-1 1,0-1,1 1,-1 0,1-1,-1 1,1-1,-1 1,1 0,-1 0,1-1,-1 1,1 0,0 0,-1 1,2-1,-1-1,0 1,1 0,-1 0,1-1,-1 1,1 0,-1-1,1 1,-1 0,1-1,0 1,-1-1,1 1,0-1,0 1,-1-1,1 0,1 1,47 13,57 0,125 2,-105-9,714 8,-668-15,26-15,-142 8,1 2,108 5,-149 4,0 0,-1 1,1 0,-1 1,0 1,-1 1,22 13,10 5,-9-5,-1 1,43 34,-1-1,102 54,-94-59,-50-26,44 36,-25-24,-45-30,1 0,-1 1,1 0,-2 1,1 0,11 13,0 5,-1 1,-1 1,-2 0,26 56,-37-70,-1-1,-1 1,1 1,-2-1,0 0,-1 1,0 0,-2-1,1 1,-2 0,0-1,0 1,-6 21,3-28,1 0,-1 0,0-1,0 0,-1 0,0 0,0 0,-1-1,0 0,0 0,-1 0,1-1,-15 9,-1-1,0-1,-1-1,-34 11,27-13,1-1,-1-1,0-2,-49 2,-127-9,92-1,-139-11,26 1,82 14,-77-3,59-22,85 11,-468-54,387 64,8 1,140 1,0 0,0-1,0 0,0-1,1 0,-1-1,1 0,0 0,0-1,-10-7,7 2,0 0,1-1,0 0,1-1,0 0,-12-18,-29-43,3-3,-46-96,67 115,2 6,-20-58,-72-239,109 319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1:54.9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1222 1,'4'1,"1"1,-1-1,0 1,1 1,-1-1,0 1,0-1,-1 1,1 0,4 5,0-1,-1-2,0 1,-1 0,0 0,0 1,-1 0,1 0,-1 0,-1 0,0 1,0 0,4 11,-7-15,0 1,0-1,0 1,-1 0,0-1,0 1,0-1,0 1,-1-1,0 1,0 0,0-1,0 0,-1 1,0-1,0 0,0 0,0 0,-1 0,1 0,-1-1,0 1,-6 5,-12 10,-2-1,0-1,-1-1,-1-2,0 0,-32 12,10-3,-180 84,-113 57,264-122,2 3,-89 70,130-86,2 1,-41 49,66-71,4-5,-1-1,0 1,1 0,-1-1,0 1,-1-1,1 0,0 0,-4 1,-8 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1:55.7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0,'-2'108,"-4"-1,-38 194,39-278,-13 56,4 0,3 0,-1 98,12-174,0 0,0 0,0-1,0 1,0 0,1 0,-1 0,1-1,0 1,0 0,0 0,0-1,0 1,0-1,1 1,-1-1,1 0,0 1,0-1,0 0,0 0,0 0,0-1,0 1,1 0,-1-1,1 0,-1 1,1-1,-1 0,1 0,0 0,0-1,4 2,17 1,-1-1,1 0,44-4,72-16,-108 13,100-16,174-21,-99 8,-155 24,-17 5,1 1,0 1,-1 3,1 0,0 3,53 10,-29-1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27:13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4976 327,'-547'-5,"1"-27,-1059-174,1168 144,359 51,-147 0,187 13,-1 1,1 2,1 1,-1 3,-65 22,-56 38,133-55,0 1,1 1,-41 34,-292 304,240-230,50-53,-72 98,110-127,2 2,2 0,2 2,-21 56,21-33,3 1,3 1,3 1,3 1,4 0,1 139,12-113,5 0,3 0,6-1,47 150,-44-185,2-2,4 0,2-2,42 63,-22-49,4-2,99 101,349 320,-125-156,-281-260,2-4,122 66,-151-103,1-3,2-3,141 37,235 16,-306-65,1-7,-1-5,1-7,198-27,198-63,-190 29,262-45,639-94,-1150 190,554-70,-4-26,-583 95,143-34,-181 39,0-2,0-1,-1-1,49-30,-49 25,1 1,1 2,0 1,0 1,1 1,1 2,45-7,-62 13,2 0,0 0,0-2,31-12,-42 15,-1-1,0-1,0 1,0 0,0-1,0 0,-1-1,0 1,0 0,0-1,-1 0,1 0,-1 0,0-1,3-7,20-52,-4-2,-2 0,17-106,-30 130,-3-1,-2 0,-1 0,-3 0,-1 1,-17-80,-6 31,-3 1,-5 2,-3 1,-57-95,2 29,-142-180,171 250,3-3,-68-131,93 146,7 11,-3 2,-2 1,-56-74,68 107,-9-14,-2 2,-1 1,-47-38,67 65,0 0,-1 1,0 1,0 0,-19-5,-79-20,47 15,-20-8,-419-106,212 77,-714-142,951 186,-71-4,102 10,0-1,0-1,0-1,1 0,-26-14,-20-6,-8-6,44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2:21.61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5166 807,'-169'-33,"117"22,-213-47,-111-16,-614-93,-17 55,762 98,-247 20,329 6,2 8,-234 58,334-61,1 2,1 2,1 3,-91 53,120-59,0 1,2 1,0 2,2 0,0 2,2 1,0 0,2 2,1 1,-21 37,14-8,2 1,3 0,3 2,2 0,3 2,-9 85,-3 381,25-485,7 1077,2-911,9-1,62 294,-56-414,3-1,65 141,104 151,-67-136,53 97,-65-126,2 49,-61-126,-26-74,2 0,75 104,103 99,-76-102,-58-69,3-3,5-4,4-4,3-4,3-3,135 81,-109-86,3-5,3-6,166 56,-150-76,2-5,1-7,151 9,449-2,-429-27,2465 137,-1405-62,0-53,-471-15,-802-11,0 0,165-12,-261 6,-1 0,1-1,-1 0,1 0,-1 0,0-1,0 0,0 0,0-1,0 0,-1 0,0 0,0-1,0 0,0-1,-1 1,0-1,0 0,0 0,3-7,36-53,-2-1,-4-3,-2-1,-4-1,-3-2,37-147,57-422,-20 86,101-459,-191 951,18-86,16-88,-38 177,2-118,-12 155,-2 0,0-1,-2 2,-1-1,-1 1,-1 0,-1 0,-19-37,-14-11,-64-86,42 64,-8-9,-3 4,-163-165,95 126,-5 7,-238-162,122 131,-102-36,-2299-976,1743 886,-13 74,-395-113,573 84,488 155,24 11,-319-57,415 110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28:03.0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1922 758,'-32'-2,"0"-1,0-2,1-1,-40-13,-35-7,-611-61,657 82,-119-6,-203 13,370-2,-1 1,1 1,0 0,0 1,0 0,0 1,-12 5,17-6,0 1,1 0,0 0,0 1,0 0,0 0,1 0,0 0,0 1,0 0,1 0,-7 12,-4 12,2 0,0 1,3 0,0 1,-8 53,11-34,2 2,4 94,1-128,1-1,1 1,1 0,1-1,0 1,1-1,1 0,1 0,0-1,16 27,46 65,8 12,-55-89,1-1,2-1,0-1,3-1,0-2,60 44,-36-39,1-3,2-2,0-3,1-2,117 27,-28-21,186 12,185-32,-307-9,5 0,283 4,-388 7,121 25,-92-11,100 3,390-8,-545-17,120 18,78 30,-138-22,182 12,-315-39,1 0,-1 0,1-1,-1-1,0 1,1-2,-1 0,0 0,12-6,2-3,-1-2,29-22,-50 35,21-15,7-5,0-1,-2-1,43-45,-58 54,0-1,-1-1,-1 0,0-1,-2 0,0 0,0-1,-2 0,0-1,-1 1,-1-1,5-38,4-73,34-220,8 138,12-65,-66 266,0 0,-1 0,-1-1,0 1,-1-13,0 19,0 0,0 1,0-1,-1 0,0 1,0-1,0 1,0 0,-1 0,1 0,-1 0,0 0,-1 0,-3-3,-47-42,-1 4,-3 1,-118-67,82 64,-2 3,-122-36,-214-29,127 52,-181-36,452 86,-410-70,108 71,214 8,33 1,-1 4,-146 31,-165 74,381-105,0 0,1 1,0 1,1 1,0 1,-18 13,30-19,0 0,1 0,-1 1,1-1,0 1,1 0,-1 1,1-1,1 1,-1 0,1 0,0 0,0 0,1 1,0-1,1 0,-1 1,2 0,-1 11,4 18,1-1,3-1,20 68,-26-99,4 11,1 1,13 26,-9-25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2:48.2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3389 1,'-52'24,"-2"-3,0-1,-64 12,-170 25,253-51,-255 41,-204 37,2 31,209-32,-180 50,-157 62,604-189,0-2,0 0,0 0,0-2,-22 1,11-2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2:49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 0,'-1'8,"0"1,0-1,-1 0,0-1,-1 1,0 0,-4 9,-11 31,11-14,1 1,2 0,1 1,2-1,4 51,-2-82,0 1,0-1,0 0,1 0,-1 0,1 0,0 0,0 0,0-1,1 1,-1-1,1 1,0-1,0 0,5 4,5 3,0 0,25 13,-35-22,79 40,2-4,101 30,-101-38,200 73,413 141,-629-222,93 29,193 88,-282-100,-51-25,0-1,1-2,0 0,25 7,-16-8,-2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0:53.4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0,'79'169,"-38"-90,-27-48,2 0,1-2,1 0,25 29,41 42,99 104,-102-131,4-4,105 66,203 86,-282-172,1-6,2-4,2-5,139 22,481 27,-402-69,-72-3,315-1,-556-11,-1-1,1 0,32-9,-45 8,0 1,0-1,-1 0,0-1,1 0,-1 0,-1 0,1-1,-1 0,0 0,0-1,7-7,56-89,0 0,-50 81,2 1,0 1,46-32,16-14,-72 54,0 0,1 2,0-1,1 1,0 1,0 1,1-1,0 2,1 0,-1 1,1 0,0 1,18-2,130-2,-94 6,-65 2,-1 0,1 0,0-1,-1 1,1-1,0 0,-1 0,1-1,-1 1,5-3,-7 3,0 1,-1-1,1 1,0-1,-1 1,1-1,-1 0,1 1,-1-1,0 0,1 1,-1-1,0 0,1 1,-1-1,0 0,0 0,0 0,1 1,-1-2,-1 0,1 0,0 1,-1-1,1 0,-1 1,1-1,-1 1,0-1,0 1,0-1,0 1,0-1,-1-1,-4-3,0 1,0-1,0 1,0 1,-1-1,0 1,0 0,-8-3,-67-23,48 18,-381-101,-13 35,-1008-106,952 129,383 43,-333-35,0 24,295 28,123-4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2:56.2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1835 0,'-2'1,"0"0,0-1,1 1,-1 0,0 0,0 1,1-1,-1 0,1 0,-1 1,1-1,0 1,-1-1,1 1,0 0,-1 2,-5 5,-22 25,-2-1,-42 35,-79 55,59-51,0 3,-313 244,303-249,-221 111,281-163,-2-1,0-2,0-2,-79 11,106-20,1 1,0 0,-26 13,25-9,-1-2,-22 6,20-8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2:56.9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163 0,'-5'14,"0"-1,0 1,1 0,-3 20,-4 16,-40 102,28-91,-25 106,47-164,1 1,-1-1,0 0,1 0,0 1,0-1,0 0,0 1,0-1,1 0,0 1,-1-1,1 0,0 0,1 0,-1 0,0 0,1 0,0 0,0 0,0 0,0-1,0 1,0-1,1 1,-1-1,1 0,-1 0,1 0,0-1,0 1,0-1,0 1,0-1,0 0,6 1,9 2,1-1,0-1,1 0,-1-1,22-3,-29 2,360 10,-110 1,-152-10,-11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3:58.3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1,'38'15,"0"-1,70 16,-39-12,491 114,45 11,-194-47,4-27,-155-28,-42-4,254 40,-3-32,-337-45,-39-7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3:59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0,'17'21,"1"-1,1-1,1 0,1-2,0 0,2-2,-1 0,2-2,0 0,0-2,46 15,-12-9,1-2,1-3,0-2,71 1,87-2,233 21,-72 31,105 13,-383-64,0-5,187-15,-167-6,-15-2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4:00.1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1,'42'26,"0"-2,1-2,2-2,0-1,1-3,0-2,2-1,92 11,-52-17,1-4,-1-4,0-3,89-17,46-7,304-1,268 56,-198-3,-497-22,729-12,-693-6,-42-1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4:01.6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1 253,'42'21,"2"-2,0-2,70 19,-40-21,0-2,101 3,156-16,239-35,-306 15,811-72,-4-62,-790 95,-167 30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3:52.38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0,'794'109,"-567"-69,527 99,-6 29,-347-59,440 103,41-68,-698-119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3:55.2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1,'270'5,"340"51,1791 299,-613-146,-1554-194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3:56.5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0,'86'0,"301"4,1 26,188 61,197 23,346-28,-973-83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40.31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3005 762,'0'-4,"-1"0,1 0,-1 1,0-1,0 0,-1 1,1-1,-1 1,0 0,0-1,-3-3,-28-33,27 33,-16-15,-1 0,-1 2,-45-31,-89-39,99 64,-2 3,-71-18,69 22,-521-143,301 87,157 42,-1 6,-1 5,-206-8,283 28,-9 0,-93 7,138-3,-1 0,0 1,1 0,0 2,0 0,0 0,1 1,0 1,0 1,0 0,-12 10,14-8,1 1,1 0,0 1,1 0,0 1,0 0,-6 14,-42 103,35-75,-6 19,2 2,4 0,3 1,4 1,3 1,4 0,1 95,7-121,2 1,3 0,2-1,2 0,29 93,-23-102,78 205,-75-210,2 0,1-1,2-1,32 38,96 92,-127-145,1 0,1-2,1-1,55 29,86 39,107 51,-199-109,114 28,-123-39,49 11,181 22,118-20,321-24,-439-9,-237 1,1-3,-2-2,1-3,-1-3,106-34,-52 3,180-95,-241 106,-40 24,0 0,0 1,1 0,-1 1,28-9,-17 9,-1 0,0-1,-1-1,0-2,0 0,-1-1,31-21,-40 25,-1 0,1 1,1 0,-1 1,1 0,23-5,81-12,-44 11,-41 5,30-5,-1-2,0-3,98-39,-152 52,-1 0,1 0,-1 0,1 0,-1-1,0 0,0 0,0 0,-1-1,0 1,1-1,-2 0,1-1,0 1,-1 0,0-1,-1 0,1 0,-1 0,0 0,-1 0,1 0,-1 0,0-1,-1 1,1-1,-2-9,-1-53,-2-1,-4 1,-3 0,-26-89,27 121,-62-199,50 175,-53-105,58 139,-2 1,-1 1,-1 0,0 2,-2 0,-31-23,17 14,15 14,-1 2,-1 1,-1 1,-28-12,29 14,10 6,0 0,-1 1,1 1,-1 0,0 1,-27-2,-95 5,81 1,-957 2,989-4,1-1,-1-1,1-2,0 0,0-1,-35-15,41 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41.946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1,'535'600,"-456"-505,169 208,-28 18,-202-292,2-1,1-1,1-1,31 29,109 84,-106-94,554 412,27-30,-492-331,842 515,-543-352,-262-152,172 69,14-32,-288-113,121 34,-123-42,0 3,92 46,114 48,-207-91,109 39,241 105,114 85,18-51,-107-90,152 46,-590-158,747 274,-83-2,-458-188,-177-77,-10-8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42.87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505 1,'1'1,"-1"1,0-1,1 1,-1-1,1 1,0-1,-1 0,1 1,0-1,0 1,0-1,0 0,0 0,0 0,2 2,3 4,152 172,-89-105,65 90,-49-38,-43-70,-25-36,-2 0,-1 2,20 37,-23-34,-2 0,-1 0,0 0,-2 1,-1 0,-2 1,0-1,-2 1,0-1,-2 1,-1-1,-1 1,-1-1,-2 0,0 0,-2-1,-1 0,-1 0,-21 38,-2-7,-2-1,-59 68,-96 90,157-177,-374 335,392-359,-9 8,7-5,0-1,-24 15,33-25,1 0,0-1,-1 0,0 0,0-1,0 0,0 0,0 0,-14-1,-42-3,58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44.632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0 115,'2'-1,"-1"1,0-1,1 1,-1-1,0 1,0-1,0 0,1 0,-1 1,0-1,0 0,0 0,0 0,0 0,-1 0,2-2,17-26,-8 12,-6 12,0 0,1 0,0 0,0 1,0 0,0 0,0 1,1-1,0 2,0-1,0 1,0 0,0 0,0 0,0 1,1 1,13-1,-2 1,1 1,-1 1,1 1,-1 1,29 8,-33-5,0 1,-1 0,0 1,-1 0,0 1,0 0,21 24,-7-9,-9-7,-1-1,-1 2,-1 0,-1 1,0 1,-2 0,0 0,-1 1,-1 1,-2 0,10 37,112 445,-100-357,-26-122,-2 0,0 0,-4 45,1-64,-1 0,1 0,-1-1,-1 1,1-1,-1 1,0-1,0 0,-1 0,-4 6,-7 6,-28 28,-5 5,35-32,1 0,0 1,2 1,-10 25,14-30,0 0,-2 0,0-1,0 0,-2 0,1-1,-2 0,-20 20,9-14,-2-2,0 0,-1-2,-29 15,27-16,0 1,-28 23,10-6,41-30,0 0,0 1,0 0,0 0,1 0,0 0,-1 0,2 1,-1 0,0-1,1 1,0 0,0 0,1 0,-1 0,0 8,0 0,1 1,0 0,1 0,0 0,3 15,-2-26,-1-1,0 1,1 0,0-1,0 1,0-1,0 1,0-1,0 1,0-1,1 0,-1 1,1-1,0 0,0 0,-1 0,1-1,1 1,-1 0,0-1,4 3,11 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50.82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924 0,'2'5,"-1"0,1 0,0 0,0 0,1-1,-1 1,1-1,0 1,0-1,0 0,1 0,6 5,3 6,-2 2,0 1,-1 0,-1 1,-1-1,-1 2,0-1,-2 1,4 23,16 47,1-24,2-1,4-1,59 89,-76-131,1-1,1-1,1 0,1-1,35 27,-17-25,-16-11,-32-15,-1 0,1 1,-1 1,0 0,0 0,0 1,-1 1,-22 0,-9 1,-1 3,1 1,0 3,1 1,-1 2,-49 19,24-3,1 2,2 4,-64 41,73-38,1 3,2 2,2 2,-82 86,128-120,-1 0,1 0,1 0,-8 15,12-22,1 0,-1 0,0 0,1 0,-1 1,1-1,0 0,-1 0,1 1,0-1,0 0,-1 1,1-1,0 0,0 1,1-1,-1 0,0 0,0 1,1-1,-1 0,1 1,-1-1,1 0,-1 0,1 0,0 0,-1 0,1 0,0 0,0 0,0 0,0 0,0 0,0 0,0 0,0-1,0 1,0 0,1-1,-1 1,0-1,2 1,8 1,-1 0,1 0,14 0,-13-2,-1 1,1 1,12 3,-14-2,1 1,-1 0,-1 0,1 1,0 1,-1-1,0 2,-1-1,10 10,-3 0,-1 0,0 1,18 31,-13-21,28 30,3 5,3 7,63 65,-282-322,54 49,5-5,-130-234,196 304,3-2,4-2,3-2,-28-107,54 167,1-1,1 0,1 1,1-1,0 0,4-34,-1 41,1 1,0-1,1 1,1 0,0 0,0 0,1 1,1 0,0 0,17-20,-18 24,-2 1,1 1,0 0,1 0,-1 0,1 0,0 1,1 0,-1 0,1 1,0 0,0 0,1 0,7-2,23-4,0 1,45-5,-60 12,1 0,-1 2,0 1,0 0,24 6,-35-4,-1 0,0 1,0 1,-1 0,1 0,-1 1,0 1,0-1,-1 1,0 1,0 0,-1 0,0 1,0 0,-1 0,-1 1,7 11,-7-12,-1 1,-1-1,0 1,0 0,-1 0,0 0,-1 0,0 1,0-1,-1 1,-1-1,0 1,0 0,-1-1,0 1,-1-1,0 0,-1 1,-5 11,3-10,-2-1,1 0,-1 0,-1 0,0-1,-1 0,0-1,-10 9,-13 8,-41 25,45-32,2 1,25-20,1 0,0 0,0 0,0 0,0 1,0-1,-1 0,1 0,0 0,0 0,0 0,0 0,0 0,0 0,0 0,-1 0,1 0,0 1,0-1,0 0,0 0,0 0,0 0,0 0,0 0,0 0,0 1,0-1,0 0,0 0,0 0,0 0,-1 0,1 1,0-1,1 0,-1 0,0 0,0 0,0 0,0 1,0-1,0 0,0 0,0 0,0 0,0 0,0 0,0 1,0-1,0 0,0 0,1 0,-1 0,0 0,0 0,0 0,0 0,0 0,0 0,0 1,1-1,-1 0,0 0,0 0,16-2,18-8,157-48,-185 56,0 0,0 1,0 0,0 0,0 0,0 1,0 0,6 0,-10 1,0-1,-1 1,1-1,0 1,-1-1,1 1,-1 0,1 0,-1 0,1 0,-1 0,0 0,1 0,-1 0,0 0,0 1,0-1,0 1,0-1,0 1,0-1,-1 1,1-1,0 1,-1-1,0 1,1 0,-1-1,0 1,0 0,1 0,-2-1,1 3,0 7,-2 1,1-1,-1 0,-1 0,0 0,-1 0,0-1,0 1,-11 17,6-13,0-1,-1 0,-1 0,0-1,-25 23,33-34,0 0,0 0,0 0,0 0,0-1,-1 1,1-1,0 0,-1 0,1 0,-1 0,1 0,-1-1,1 0,-1 0,1 0,-1 0,0 0,1-1,-1 1,1-1,-1 0,1 0,0-1,-1 1,1 0,0-1,0 0,0 0,-5-4,-6-5,1-1,0-1,1 0,-19-25,11 13,1-1,1-1,1 0,1-1,-19-50,31 51,9 13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25.11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2357 382,'-63'-14,"0"2,-98-6,102 13,-1031-28,784 59,264-19,1 2,0 1,1 3,0 1,-48 24,75-31,-132 74,126-68,0 0,0 1,1 2,-31 33,44-42,0 0,1 0,0 1,0-1,1 1,0 0,0 0,1 0,0 0,0 0,1 1,0-1,0 1,1-1,0 0,1 1,0-1,2 11,2 2,0 0,2-1,0 1,1-2,22 39,-5-19,2-1,2-1,1-1,2-2,1-1,2-2,40 29,35 16,137 71,-163-103,2-3,2-5,2-3,0-4,149 26,861 125,8-81,254-86,-601-14,-82 36,-1 34,-249-22,-426-47,950 88,6-51,-884-37,276-7,-1-30,-256 20,97-30,-161 37,0-1,0-1,-1-2,-1-1,0-1,-1-1,28-24,-6-2,-2-2,-2-2,51-68,-72 82,-2-1,-1-1,-1-1,-3-1,0-1,15-56,-25 65,4-53,-8 52,9-40,-10 60,2 0,-1 0,1 0,1 0,-1 0,2 1,9-14,6-1,1 0,45-36,-36 34,29-32,-49 47,1 0,26-18,14-13,-51 41,0 1,0-1,0 0,0 0,0 0,0-1,0 1,-1 0,1 0,0 0,-1-1,1 1,-1 0,1-1,-1 1,0 0,1-1,-1 1,0-1,0 1,0 0,0-1,0 1,0-1,-1-1,0 1,-1-1,1 1,-1 0,1 0,-1 0,0 0,1 0,-1 0,0 1,0-1,0 0,-5-1,-7-5,0 2,-1 0,-25-7,-471-103,430 100,-1405-227,1412 232,-3099-344,2425 312,526 43,-298 36,-475 131,710-113,-47 15,259-49,0 3,-97 46,156-62,-1 2,1-1,1 2,-1 0,2 0,-1 1,-17 21,26-27,0-1,-1-1,0 1,0-1,0 0,0 0,-1 0,1-1,-1 1,1-1,-1-1,0 1,0-1,-11 1,-8 0,0-2,-32-3,35 1,-7-1,0-1,1-1,0-2,-28-10,-108-49,28 10,-26-10,143 58,1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27.18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0,'28'27,"1"-2,1-1,1-1,1-2,1-1,64 28,-17-16,161 40,257 21,8-43,706 40,409 61,-4 51,-452-55,-463-61,597 50,-367-43,-5 29,-713-92,138 25,-338-52,251 48,-215-45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27.83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0,'80'76,"2"-3,4-4,3-4,103 58,499 252,-396-237,373 193,-661-328,0 1,-1 0,1 0,-1 1,0 0,0 0,-1 0,1 1,-1 0,0 0,-1 0,0 1,0-1,0 1,-1 0,0 0,0 0,0 1,-1-1,-1 0,1 1,0 13,0-9,-1 0,-1 1,0-1,0 1,-1-1,-1 0,0 0,-6 19,5-24,0 0,0 0,-1 0,0 0,-1-1,1 1,-1-1,0 0,-1-1,0 1,0-1,0 0,0 0,-11 5,-3 1,-1-1,-1-1,0-1,0-1,0-1,-1-1,-33 3,-13-2,-80-5,106-2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28.56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246 0,'18'43,"-2"1,20 90,-1 92,-35-223,24 217,-4 283,-23-378,-6 0,-6 0,-54 219,55-296,-2 0,-38 76,54-122,-1-1,0 1,0 0,0-1,1 1,-1-1,0 1,-1-1,1 1,0-1,0 0,-1 1,1-1,-1 0,1 0,-1 0,1 0,-1-1,0 1,1 0,-1-1,0 1,1-1,-1 1,0-1,0 0,0 0,-2 0,-2-1,1-1,0 0,0 0,0 0,0-1,0 1,1-1,-7-5,-78-58,56 38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29.21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33 924,'0'0,"0"1,0-1,0 0,1 0,-1 0,0 1,0-1,0 0,0 0,0 1,0-1,0 0,0 0,0 0,0 1,-1-1,1 0,0 0,0 1,0-1,0 0,0 0,0 0,0 0,0 1,-1-1,1 0,0 0,0 0,0 0,0 1,-1-1,1 0,0 0,0 0,0 0,-1 0,1 0,0 0,0 0,0 0,-1 1,1-1,0 0,0 0,-1 0,1 0,0 0,0 0,0-1,-1 1,1 0,0 0,0 0,-1 0,1 0,0 0,0 0,0 0,-1 0,1-1,0 1,0 0,0 0,0 0,0 0,-1-1,1 1,-12-15,10 8,-1-1,1 1,1-1,0 0,0 0,0 0,1 0,0 0,1 1,-1-1,1 0,1 0,0 0,0 1,6-15,5-6,1 0,29-44,4 3,4 1,104-108,-109 132,1 1,2 3,2 2,75-42,-100 65,1 2,1 1,0 2,1 0,0 2,0 1,0 2,1 0,0 2,0 2,0 0,0 2,55 9,-69-6,-1 1,0 0,0 1,0 0,0 1,-1 1,0 1,-1 0,0 0,-1 1,1 1,-2 0,21 25,3 11,-2 2,40 78,-40-66,8 10,-3-4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30.87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2154 0,'-22'27,"-2"-1,0-1,-56 42,76-63,-420 298,299-219,-1121 707,1210-768,8-4,-2-1,-58 25,87-41,0-1,0 1,-1-1,1 1,0-1,0 0,-1 0,1 0,0 0,-1 0,1 0,0 0,-3 0,4-1,0 1,0 0,-1 0,1 0,0-1,0 1,0 0,-1 0,1-1,0 1,0 0,0-1,0 1,0 0,-1-1,1 1,0 0,0-1,0 1,0 0,0 0,0-1,0 1,0 0,0-1,1 1,-1 0,0-1,0 1,0 0,0-1,0 1,1 0,20-32,2 8,1 1,1 1,0 1,37-23,129-62,-40 36,2 7,3 7,245-56,510-36,-33 67,1 70,-711 21,181 34,-275-30,0 3,-1 4,-1 3,122 59,-159-65,-1 3,-2 1,0 1,-1 1,-1 2,-2 1,0 2,-2 0,-1 2,-2 1,-1 1,-1 0,-2 2,-2 0,-1 1,13 44,-7-4,-4 0,-3 2,-3 0,1 114,-12-93,-5 1,-5 0,-22 106,13-121,-4-1,-3 0,-63 136,68-178,-2-1,-2 0,-2-2,-1-1,-2-1,-2-2,-1 0,-58 46,61-60,-1-1,-1-2,-1-1,0-1,-1-2,-1-1,0-2,-44 9,35-12,-1-1,0-3,0-1,0-3,-1-1,-56-10,-249-69,8 1,94 40,-408-11,652 50,-21 0,-47-5,63 3,0 0,1 0,-1-1,1 0,-1-1,1 0,1 0,-15-10,-155-137,96 78,-12-12,-141-166,216 227,18 24,0 0,0 0,-1 0,1-1,0 1,0 0,0-1,0 1,0 0,-1 0,1-1,0 1,0 0,0-1,0 1,0 0,0 0,0-1,0 1,0 0,0-1,0 1,0 0,1-1,-1 1,0 0,0 0,0-1,0 1,0 0,0 0,1-1,-1 1,0 0,0 0,0 0,1-1,11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2:32.3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764 0,'-16'28,"-1"0,-32 40,18-28,0 2,-2-2,-71 68,82-89,-1-1,0-1,-1-2,-1 0,0-1,-50 18,45-20,-1-2,0-1,0-1,0-2,-51 3,80-9,0 0,1 0,-1 0,0 0,0-1,0 1,0-1,1 1,-1-1,0 0,-2-1,3 2,1-1,-1 1,1-1,0 1,-1-1,1 0,0 1,-1-1,1 1,0-1,-1 0,1 1,0-1,0 0,0 0,0 1,0-1,0 0,0 1,0-1,0 0,0 1,0-1,0 0,0 1,1-1,-1 0,0 1,1-1,-1 0,0 1,1-1,-1 1,1-2,3-3,0 0,0 0,0 0,1 0,-1 0,1 1,11-8,49-26,-58 34,54-26,0 3,2 3,1 2,83-17,281-28,-136 41,1 13,450 38,-251 46,-370-44,224 82,-318-98,0 0,-1 2,-1 1,31 21,-50-30,0 1,-1-1,0 1,0 0,-1 1,1-1,-1 1,-1 0,1 1,-1-1,-1 1,1-1,-1 1,-1 0,1 1,-1-1,-1 0,2 17,-1 65,-2-41,13 93,-12-137,1 1,-1-1,1 0,1 0,-1 0,1 0,-1-1,1 1,1-1,-1 1,1-1,-1 0,6 4,7 5,1-1,22 13,-8-5,477 275,-90-57,-363-205,-23-14,-1 1,53 43,-78-57,-1-1,0 2,0-1,-1 0,0 1,0 0,0 0,-1 0,0 0,-1 1,1-1,-1 1,-1 0,1-1,-1 11,0 12,-1 1,-7 50,2-21,3-33,2-1,1 0,1 0,1 0,7 26,-5-34,1 0,0 0,2 0,0-1,1 0,1-1,19 26,4-3,2-2,2-1,1-1,2-3,1-1,49 27,26 9,142 57,427 124,19-57,1 1,703 302,-313 5,-489-212,-212-108,-243-112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4:28.9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14,'3'-2,"0"0,1 0,0 1,-1-1,1 1,0 0,0 0,0 1,0-1,0 1,0 0,0 0,0 0,-1 0,1 1,4 0,1 0,272 33,-141-14,1509 110,14-113,468-19,-2108 1,0-1,-1-1,29-8,-30 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57.77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2459,'8'-1,"0"-1,0 0,-1 0,1-1,0 0,-1-1,0 1,0-2,0 1,0-1,0 0,5-6,3 0,1158-744,-426 296,-620 367,-5-5,-4-5,167-188,-93 35,22-25,-149 212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4:58.54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1,'130'11,"-35"-1,45-7,-82-4,0 3,102 17,-143-15,0 1,0 1,-1 1,0 1,0 0,0 0,-1 2,26 21,2 7,52 62,-72-75,270 310,-59-66,87 98,-292-334,-12-14,0 0,23 18,-35-33,0 0,1-1,0 0,0 0,0 0,0-1,6 2,17 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5:00.03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271 818,'-134'-293,"62"132,61 137,-3-5,-15-45,27 66,-1 1,2 0,-1 0,1-1,0 1,1-1,0 1,0-1,0 1,1 0,0-1,3-7,-3 11,2 0,-1 0,0 1,1-1,-1 1,1 0,0 0,0-1,0 2,0-1,1 0,-1 1,1 0,8-4,6-3,36-11,-41 16,29-8,0 1,1 2,0 2,0 1,1 3,-1 2,59 5,-39 3,-1 3,1 3,-2 3,83 31,-37-2,159 90,75 77,-188-115,128 89,-267-176,0 2,-1 0,-1 0,1 1,-2 0,0 1,-1 1,0-1,-1 2,0-1,-2 1,0 1,-1-1,8 32,2 17,-3 0,-2 0,-4 1,-2 0,-3 1,-8 65,3-104,-2-1,-1 0,-1 0,-2-1,0 0,-2 0,-1-1,0 0,-23 31,-17 15,-98 104,38-48,52-60,-97 82,29-31,120-110,1 0,0 1,0 0,1 0,0 1,0 0,1 0,-6 16,9-21,1 1,-1 0,1-1,0 1,0 0,1-1,-1 1,1 0,1 0,-1-1,1 1,0 0,0-1,1 1,0-1,0 1,0-1,5 8,22 28,2-1,48 48,0-1,-36-37,3-1,2-3,74 56,-107-92,0-1,1 0,0-1,1-1,0-1,0 0,21 4,126 16,-155-25,148 13,-117-7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5:00.586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6,'0'5,"0"-3,0-7,0-2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3:18.73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1508 4848,'76'8,"-11"0,39-7,201-24,-140 5,911-23,8 75,301 91,-2 66,-1287-177,1653 239,11-69,-1273-154,-9-28,-471-3,180-13,-164 11,0-1,0-1,-1-1,1-2,34-15,-52 20,0 0,0 0,0 0,0-1,0 1,-1-1,0 0,0-1,0 1,0-1,-1 0,1 1,-1-2,0 1,-1 0,1-1,-1 1,2-10,-2 5,-1-1,0 1,-1-1,0 1,0-1,-1 1,-1-1,0 1,-5-18,2 13,-1 1,0 1,-1-1,-1 1,0 0,-19-22,-69-68,57 65,-82-89,-172-167,125 155,-6 7,-355-203,-430-152,926 471,-625-291,-130-41,-88-25,-1923-741,1933 791,66 45,65 42,70 38,76 37,91 38,100 34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7:00.8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0,'23'10,"40"7,41 10,49 5,49 1,41-4,29-3,19-5,16-7,14-6,9-3,-7-4,-20-1,-31-6,-29-6,-28-6,-28-4,-45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7:02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1,'49'2,"0"3,79 18,-8-1,1312 130,-1306-143,1168 101,-4 79,306 183,-1032-232,-515-128,-11-4,-1 2,1 1,37 18,-74-28,1-1,0 1,0 0,-1 0,1 0,-1 0,1 0,-1 0,1 0,-1 1,0-1,0 0,1 1,-1-1,2 4,-3-5,0 1,0 0,0 0,0-1,0 1,0 0,-1 0,1-1,0 1,0 0,0-1,-1 1,1 0,0-1,-1 1,1 0,0-1,-1 1,1-1,-1 1,1-1,-1 1,1-1,-1 1,0-1,0 1,-7 4,-1-1,1 0,-1 0,-15 4,23-8,-607 180,-11-43,-212 0,157-72,398-30,1 25,64-13,-152 19,-328 79,642-131,0 3,0 2,-87 48,106-51,0-1,-1-1,-40 11,-100 21,120-33,-639 117,232-52,440-75,3 0,-1 0,1 0,0 1,1 1,-1 1,-19 10,33-16,0 1,0-1,0 1,0 0,0 0,0-1,0 1,0 0,0 0,0 0,1 0,-1 0,0 0,1 0,-1 0,0 0,1 1,0-1,-1 0,1 0,0 0,-1 1,1-1,0 2,1-1,-1 0,1 0,0 0,-1 0,1 0,0 0,1 0,-1-1,0 1,0 0,1-1,-1 1,3 2,8 5,0-1,0 0,20 9,-24-12,74 35,2-3,95 28,186 30,-135-54,2-9,325 2,-451-36,-1-4,0-4,173-41,-204 33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5:12.10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1,'1'20,"2"1,0-1,1 0,1 0,0-1,2 1,13 26,-8-16,94 211,267 444,216 194,-586-875,316 455,44 65,39 55,37 42,601 740,55-40,718 910,-122 85,-1675-2294,166 260,-171-264,15 36,-26-53,1 1,0 0,-1-1,1 1,-1 0,1-1,-1 1,0 0,0-1,0 1,0 0,0-1,0 1,0 0,-1 2,0-4,1 0,-1 1,0-1,1 0,-1 1,0-1,0 0,1 0,-1 0,0 0,1 0,-1 0,0 0,0 0,1 0,-1 0,0 0,0 0,1 0,-1-1,0 1,1 0,-1-1,0 1,1 0,-1-1,1 1,-1-1,0 1,1-1,-1 1,0-2,-23-16,0-2,-32-34,46 45,-214-228,-235-323,-152-303,412 574,-824-1133,250 355,-323-613,555 835,393 616,93 142,21 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5:14.14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1 491,'3'-1,"-1"-1,1 1,-1-1,1 0,-1 0,1 0,-1 0,0 0,0-1,0 1,-1-1,1 1,0-1,1-4,4-4,23-30,70-88,-83 109,2 1,1 1,0 0,27-17,-7 11,1 2,0 2,1 2,1 2,1 1,0 2,1 3,0 1,82-4,-31 9,0 6,0 3,163 31,-48 9,355 126,182 135,-513-194,-227-108,0 0,-1 1,1-1,-1 1,0 1,-1 0,1 0,-1 0,0 0,7 12,-10-12,0 1,0-1,0 1,-1 0,-1 0,1 0,-1 0,0 0,0 0,-1 0,0 0,-2 13,-2 10,-1-1,-1 1,-2-1,-1-1,-25 53,-82 132,77-147,-125 236,117-203,-40 122,67-158,3 1,2 0,-6 80,17-95,3 0,1 0,3 0,2 0,11 52,-5-54,30 82,-33-108,1-1,1 0,1 0,1-1,1-1,17 20,-11-20,2-1,0 0,1-2,1 0,27 12,-31-17,10 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5:14.79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53 130,'-1'1,"-1"-1,0 0,1 1,-1 0,1-1,-1 1,0 0,1-1,0 1,-1 0,1 0,-1 0,1 1,0-1,0 0,0 0,0 1,0-1,0 1,0-1,0 1,0-1,1 1,-1-1,0 3,-12 43,12-43,-1 5,1 0,-1 0,1 0,1 0,0 0,0 0,1 0,0 0,1 0,2 9,-1-11,0-1,0 0,0 1,1-1,0 0,0-1,1 1,0-1,-1 0,2 0,-1 0,1-1,9 6,-4-3,1 0,-1-1,1-1,1 0,-1 0,1-1,-1-1,17 3,-25-6,-1 1,1-1,0 1,0-1,0 0,0-1,-1 1,1-1,0 1,0-1,-1 0,1-1,0 1,-1-1,1 1,-1-1,0 0,1 0,-1-1,0 1,0-1,-1 1,1-1,0 0,-1 0,0 0,0 0,0-1,0 1,0-1,0 1,0-5,1-3,-1 0,-1 0,1 0,-2-1,0 1,0 0,-1-1,0 1,-1 0,-1 0,1 0,-2 0,1 0,-2 1,-5-11,-6-11,-1 2,-2 0,-34-42,21 34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3:15.6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0 223,'55'226,"4"19,335 868,129-50,-459-948,245 426,37-26,-308-464,66 65,-100-111,1 0,0-1,1 0,-1 0,1 0,-1-1,1 1,10 3,-14-7,0 1,0-1,0 0,0 0,-1 0,1 0,0 0,0 0,0 0,0-1,0 1,0-1,0 1,-1-1,1 0,0 0,0 0,-1 0,1 0,-1 0,1 0,-1 0,1-1,-1 1,0 0,1-1,-1 1,0-1,0 0,0 1,0-1,-1 0,2-2,8-21,0-2,-2 1,-1-1,-1 0,-1-1,1-37,2 0,15-110,36-236,26 3,150-297,54 21,27-85,-16 36,-281 691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3:16.37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0 555,'50'110,"9"15,9-9,111 143,-170-247,-4-4,0-1,0 0,1 0,0 0,0-1,1 0,0 0,0-1,0 0,9 5,-15-10,1 1,0-1,-1 1,1-1,0 0,0 1,-1-1,1 0,0 0,0-1,-1 1,1 0,0 0,0-1,-1 1,1-1,-1 0,1 1,0-1,-1 0,2-1,2-2,-1 1,0-1,0 0,0-1,5-7,15-26,-2 0,28-68,-16 32,167-330,32 18,-165 292,-13 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39:48.7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1,'-20'4,"20"-4,0 0,-1 0,1 0,0 1,0-1,-1 0,1 1,0-1,0 0,0 0,-1 1,1-1,0 0,0 1,0-1,0 0,0 1,0-1,0 0,0 1,-1-1,1 1,0-1,1 0,-1 1,0-1,0 0,0 1,0-1,0 1,2 2,0-1,-1 1,1 0,1-1,-1 0,0 1,0-1,1 0,-1 0,6 3,21 12,0 0,1-2,44 15,108 27,490 92,16-43,-469-75,2153 368,-1848-275,-502-119,-1 2,0 0,0 2,0 0,35 22,-54-29,1 0,-1 0,0 0,1 1,-1-1,0 1,0-1,0 1,-1-1,1 1,-1 0,1 0,-1 0,0 0,0 0,0 0,-1 0,1 0,-1 1,0-1,0 0,0 0,0 0,0 1,-1-1,1 0,-2 4,-2 6,-1 0,0 0,-1-1,-1 1,-8 11,-98 136,-13 21,100-135,2 2,-35 97,51-119,0 1,2 0,1 0,1 1,2 0,0 0,4 40,1-52,0 1,2-1,-1 0,2 0,0-1,1 1,1-2,0 1,1-1,1 0,0 0,1-2,0 1,24 19,8 4,3-2,0-2,60 30,18 3,2-6,181 59,283 42,-310-103,3-12,485 14,-634-60,224-29,-260 14,-1-4,177-62,-113 17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5:45.63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2794,'354'541,"-259"-386,104 179,48 75,-231-383,3 5,38 47,-50-70,-1-1,2 0,-1 0,1 0,0-1,0 0,1-1,0 0,0 0,16 6,-2-4,1-1,0 0,0-2,37 2,-51-6,1 0,-1-1,1 0,-1 0,1-1,-1-1,0 0,0 0,0-1,0 0,-1 0,1-1,10-8,22-21,-1-2,67-76,60-98,-166 208,437-585,124-162,-453 608,565-741,-52-35,-578 843,279-509,-297 525,-8 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40:33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262 292,'-32'32,"6"-8,2 1,0 1,-38 57,49-61,-2 0,1 2,2 0,-18 44,28-61,0 1,0-1,1 0,-1 1,2-1,-1 1,1 0,0-1,1 1,0-1,0 1,0-1,1 1,0-1,1 0,0 0,0 0,5 9,6 5,1-1,1 0,1-1,32 28,90 62,-48-48,2-4,3-4,1-4,3-4,176 53,-66-42,409 55,-220-71,575-15,-424-58,-5-55,-503 77,0 0,60-27,-90 32,0 1,0-2,0 1,-1-2,0 1,-1-2,0 1,0-1,-1-1,0 0,-1 0,12-18,-17 21,0 0,0 0,0-1,-1 0,0 0,-1 1,1-1,-2 0,1 0,-1 0,0 0,-1 0,0 0,0 0,-1 0,0 0,0 1,0-1,-1 1,-1-1,1 1,-1 0,0 0,-1 1,1-1,-11-9,-11-9,0 1,-2 2,-47-30,-104-48,170 96,-514-232,-24 34,530 196,-1241-374,1008 326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40:37.0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85,'1'-1,"-1"-1,1 0,0 1,0-1,0 1,0-1,0 1,1 0,-1-1,0 1,0 0,1 0,-1 0,1 0,-1 0,1 0,0 0,-1 0,1 1,2-1,-1-1,19-7,-1 1,1 0,0 2,0 1,45-5,120 2,-142 7,219-1,438 51,-333-7,2-16,408-24,253-74,-887 54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40:37.8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0 212,'99'11,"243"5,588-47,-339-32,246-18,-558 69,414-34,-648 40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15:40:38.6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1,'0'7,"1"0,-1 0,1 1,1-1,-1 0,1 0,0 0,1-1,0 1,0-1,0 1,9 11,-5-10,0 0,1 0,0 0,0-1,0-1,1 1,18 9,8 0,1-1,1-2,69 15,-87-23,749 132,-339-70,557 65,-769-119,0-9,339-39,119-66,-532 76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6:05.8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1 111,'98'409,"-30"-152,4 82,28 116,-95-435,-3-10,0-1,0 1,1-1,1 0,-1 0,1 0,6 9,-10-18,1 1,-1-1,1 1,-1-1,1 1,-1-1,1 1,-1-1,1 1,-1-1,1 0,-1 1,1-1,0 0,-1 0,1 1,0-1,-1 0,1 0,0 0,-1 0,1 0,0 0,-1 0,1 0,0 0,-1 0,1 0,0 0,-1 0,1-1,0 1,-1 0,1 0,-1-1,1 1,0-1,20-21,-19 20,72-104,18-22,-32 57,4 2,2 4,3 2,3 4,3 3,89-52,369-160,23 43,-357 147,443-128,-593 193,-5 2,52-20,-85 26,0 1,0-2,-1 1,0-2,0 1,0-1,-1-1,0 0,14-16,-11 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6:19.01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0 308,'3'64,"3"1,3-1,2-1,29 94,-37-148,-1-1,0 0,1-1,-1 1,2-1,-1 0,1 0,6 9,-10-16,0 1,1-1,-1 1,1-1,-1 1,1-1,-1 0,1 1,-1-1,1 0,0 1,-1-1,1 0,0 1,-1-1,1 0,-1 0,1 0,0 0,-1 0,1 0,0 0,-1 0,1 0,0 0,-1 0,1 0,0 0,-1-1,1 1,0 0,-1 0,1-1,0 0,17-20,0-13,-2 0,19-60,-19 48,24-48,-22 60,2 1,2 1,1 1,1 1,1 1,34-30,-17 23,2 1,1 3,80-44,-28 25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6:19.85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91 321,'-2'41,"-3"-2,-1 1,-12 40,12-54,-44 187,47-186,3-27,0 0,0 0,0 0,0 1,0-1,0 0,0 0,0 0,1 0,-1 1,0-1,0 0,0 0,0 0,0 0,0 0,0 1,1-1,-1 0,0 0,0 0,0 0,0 0,0 0,1 0,-1 0,0 0,0 0,0 0,1 0,-1 0,0 1,0-1,0 0,0-1,1 1,-1 0,0 0,0 0,0 0,0 0,1 0,-1 0,0 0,0 0,0 0,0 0,1 0,-1 0,0-1,0 1,0 0,0 0,0 0,1 0,30-38,-30 36,68-89,4 4,108-101,-102 115,3 3,4 4,104-61,-105 80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6:20.9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0 118,'13'37,"85"249,-97-282,0-1,1 1,-1-1,0 1,1-1,0 0,0 0,0 1,0-1,0 0,1-1,-1 1,1 0,0-1,0 1,0-1,0 0,0 0,0 0,1-1,-1 1,1-1,-1 0,1 0,-1 0,1 0,0 0,-1-1,1 0,0 1,0-2,4 1,43-4,76-16,-31 3,540-53,-282 36,-202 17,710-80,-4-26,-319 15,-475 90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6:51.45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1384,'1'7,"1"0,0 0,0 0,0 0,1 0,0-1,0 1,1-1,7 10,1 5,57 94,90 112,101 94,-241-297,2-1,1 0,0-2,33 24,-45-38,0-1,0 0,1-1,-1 0,1-1,0 0,1-1,-1 0,0-1,1 0,0-1,-1 0,1 0,17-3,4-2,-1-2,1-2,-1-1,-1-1,58-27,144-94,-167 91,1478-907,-1167 714,254-162,-28-38,-511 358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7:04.10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1 253,'8'182,"-4"-152,1 1,1-1,19 53,-21-75,-1 0,1 0,1 0,0-1,0 0,0 1,1-2,0 1,7 6,-10-11,0 1,0-1,-1 0,1 0,0 0,1 0,-1-1,0 1,0-1,1 0,-1 0,1 0,-1-1,1 1,-1-1,1 0,-1 0,1 0,-1 0,1 0,0-1,-1 0,0 1,1-2,4-1,8-6,0-1,-1-1,0 0,-1-1,17-19,16-13,57-40,3 4,3 6,4 4,2 5,179-71,-121 68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7:04.78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1,'-64'570,"62"-551,-6 53,4 1,9 143,-4-210,0 0,0 1,0-1,1 0,0 0,0 0,6 10,-7-14,1 0,-1 0,1-1,-1 1,1 0,0-1,0 1,0-1,0 1,0-1,0 0,0 0,0 0,1 0,-1 0,0-1,1 1,-1-1,0 1,1-1,-1 0,5 0,13-2,-1-2,0 0,-1 0,1-2,-1 0,0-2,17-8,18-7,23-7,0 3,2 4,1 4,102-13,39 16,385 20,-400 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7:05.47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1,'1'0,"0"0,-1 1,1-1,0 0,0 1,0 0,-1-1,1 1,0-1,-1 1,1 0,0-1,-1 1,1 0,-1 0,1-1,-1 1,1 0,-1 0,0 0,1 0,-1 1,2 3,34 71,42 81,-65-133,2-2,1 1,0-2,29 29,-38-44,0-1,1 1,0-1,0-1,0 1,1-1,-1-1,1 1,0-2,17 4,8 0,54 1,-72-7,306-4,0-25,-105 7,383-18,-397 32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7:06.2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1 547,'39'42,"42"39,-71-72,0-1,1 0,0-1,1 0,-1 0,18 6,-24-12,1 1,0-1,-1 0,1-1,-1 1,1-1,0 0,-1-1,1 1,0-1,-1 0,1 0,-1-1,1 0,-1 0,0 0,0 0,0-1,0 0,0 0,5-5,9-8,0-1,-1 0,24-31,-34 38,135-162,164-183,-238 286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7:07.05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1 217,'0'4,"0"7,4 1,2 3,-5 0,3-9,8-9,18-8,20-13,22-10,20-5,28-4,24 0,31-2,-16 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1:24:53.9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0 700,'12'11,"-1"-1,2 0,-1-1,1-1,1 0,24 11,91 28,-116-42,427 106,11-36,-387-65,1547 202,-1066-146,1770 157,-1095-117,-6 27,-1038-110,323 35,-435-56,-64-2,1 0,-1 0,0 0,0 1,1-1,-1 0,0 0,1 0,-1 0,0 0,1 0,-1 0,0 0,0 0,1 0,-1 0,0-1,1 1,-1 0,0 0,1 0,-1 0,0 0,0 0,1-1,-1 1,0 0,0 0,0 0,1-1,-1 1,0 0,0 0,0-1,1 1,-1 0,0 0,0-1,0 1,0 0,0-1,0 1,0 0,0-1,0 1,0 0,0 0,0-1,0 1,0 0,0-1,0 1,0 0,0-1,0 1,0 0,-1-1,-15-12,-8 1,-41-15,40 17,-1224-436,766 299,-87-10,-1223-273,987 243,260 58,97 25,105 27,-44-4,312 68,53 10,39 9,549 201,-114-37,1119 279,28-96,-1322-295,229 50,1095 218,-1412-289,71 12,-241-47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7:36.36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1,'85'379,"-36"-179,95 492,-43-193,-93-458,42 155,-48-189,1 1,-1-1,2 0,-1 0,1 0,0 0,1-1,-1 0,1 0,11 11,-13-15,0-1,0 1,-1 0,1-1,0 0,1 0,-1 0,0 0,0 0,0 0,1-1,-1 0,0 1,1-1,-1-1,0 1,0 0,1-1,-1 1,0-1,0 0,0 0,0-1,0 1,0 0,0-1,3-2,26-18,0-2,-2-1,-1-1,46-54,-15 17,87-88,167-165,-215 225,146-103,223-102,16 25,-343 194,0-1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8:16.51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1,'211'391,"7"19,56 136,32 107,663 1879,-230 89,-470-1484,180 698,-191-976,63-33,-203-584,-107-228,-9-25,-14-45,10 46,-32-142,-5-25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8:17.475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0,'111'231,"22"20,55 111,49 123,50 122,46 95,34 74,-27-58,1212 2630,-1272-2717,-38-92,-29-84,-26-77,-30-73,98 194,-228-446,-21-41,-8-11,-15-20,3 3,-97-87,47 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8:31.39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0,'177'97,"66"31,39-27,13-21,-216-60,1980 460,-966-271,1-29,-578-96,226 23,-5-48,-595-56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3T10:08:32.145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0,'79'34,"245"94,25-16,573 109,433-70,-1110-135,-146-9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916EE1-6A82-F0F6-4F6C-B051163D6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5590AE-E899-E30B-9096-AC059F987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ADF7A4-D439-BE34-EC72-1BF866DF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ACC98C-8AEC-A78F-B68E-15D3C306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E2A2EC-1644-4F5A-B025-F873A24B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756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8BB1DC-3E0B-849C-6529-D068081A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413CF3-3608-8CAB-A869-4B2AE2335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D87308-F89B-65F1-1617-FD38E5EB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D5A040-5B3E-8602-972E-6AD039A5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13C7DB-37C0-8DFD-3612-D3AAD26D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730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8887F-E266-5818-12E7-F3977AA8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1F6F83-A076-C9C5-C3B8-D597410FA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699E26-02CF-DEF2-FC90-D9A3AE67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DC4ECE-7F69-D831-D725-196FC051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2FA66E-2754-E6C0-21AF-97ACB75A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257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2BC45-F38A-941D-8DD1-D57D0CE3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389AF3-C8EA-06CB-EDEF-1F9850D7A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2FE831-C177-A5D0-C3C3-51E52B4E8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D1E6C6-CE42-4EF0-B475-4D90CC79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C3A489-C82A-E6A3-FF1C-E18CEAA74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2CA068-4FD4-7114-A292-914DAA67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55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A75DD-B054-F30A-74A6-AC8FD410D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0D74AB-AC63-C85A-4AF0-A657125B7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1E536D-4E2F-05A1-6B45-2B71050AF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5AAB80-2BCB-A5B9-C2C4-A2129643D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256A3C-ADC6-1757-661B-ABADD8504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510388-E1D5-55D6-4743-EE9C4A08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9C0C3D9-6271-331F-6722-9EE20F2D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FBE8E5B-0193-330D-6DFF-79F3A6BB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38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DE1CB-ADB7-F108-45AD-595529DA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8B4F44-4663-DD1B-9198-337D694C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BBF9EB-6B18-0C33-F9BB-91233BB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06D2BC-5606-3880-3607-1C02EDED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78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8981F6E-6B98-C15B-191A-A3E0868D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7E44B20-C2F9-F6FB-D40C-95A5986F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489A9E-B018-3A23-AFD9-D91F3021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866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536CC1-4B9B-0706-38BA-3B86C7789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15C72B-6C0D-2453-DBBF-487EEA7D3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97A163-BB03-6D1E-E4A9-171CF80C7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A8C30B-DBC7-442F-4807-6CC5C6C2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E678C9-617A-D96D-FB31-A5C0B216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205073-8EF3-D4F8-AEB3-C77B79D7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11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434CD-FD8C-639B-1A87-166BDBC6C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2EE5BC-3E31-E4C0-2392-EA80C8948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815B28-1A9F-BE37-498C-A6D12A149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B94476-6220-2FEA-0387-3BD16360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82E5A9-2C2D-B899-B019-62847DA6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23F95B-39E7-046D-E764-E91C2214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92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2F485-AFDB-A3BF-65BA-FC8DBCE7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4878E2-18BA-AAA0-FD2D-85432E4C7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AFBD69-5B51-38C1-D89B-268ED60B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07134-97BC-B124-44B2-96CB847B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C36871-3E8E-8766-F990-0C94BCD9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4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FF3AAB7-DCF5-DD2B-D94F-97142E253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533AD3-573D-6175-5FC9-12E8E31D4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FEB50C-B5DE-1684-EA96-A1EF1997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46655D-4DB9-40FF-1EB4-D2B6DBD9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F6CC9B-B5AA-A206-836F-B38E334B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10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1E922A-FF7B-3FAB-8008-BDDA11A8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00E592-AB4D-A8C3-3782-5A527EE51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35B87A-A4A9-FAFA-5A3D-61FFDBF6E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E5E87-242A-4BE9-B1B6-D299730EF76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94B4CA-F1E5-C81B-5561-B81EFDA41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08CE99-7089-7730-C1DD-254AFA7FE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1E75D-1640-409B-BAAB-05BCB590EC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47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2.png"/><Relationship Id="rId3" Type="http://schemas.openxmlformats.org/officeDocument/2006/relationships/customXml" Target="../ink/ink2.xml"/><Relationship Id="rId7" Type="http://schemas.openxmlformats.org/officeDocument/2006/relationships/image" Target="../media/image9.png"/><Relationship Id="rId12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5.xml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customXml" Target="../ink/ink8.xml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customXml" Target="../ink/ink11.xml"/><Relationship Id="rId4" Type="http://schemas.openxmlformats.org/officeDocument/2006/relationships/image" Target="../media/image910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26.png"/><Relationship Id="rId18" Type="http://schemas.openxmlformats.org/officeDocument/2006/relationships/customXml" Target="../ink/ink19.xml"/><Relationship Id="rId3" Type="http://schemas.openxmlformats.org/officeDocument/2006/relationships/customXml" Target="../ink/ink12.xml"/><Relationship Id="rId7" Type="http://schemas.openxmlformats.org/officeDocument/2006/relationships/image" Target="../media/image21.png"/><Relationship Id="rId12" Type="http://schemas.openxmlformats.org/officeDocument/2006/relationships/customXml" Target="../ink/ink16.xml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5.png"/><Relationship Id="rId5" Type="http://schemas.openxmlformats.org/officeDocument/2006/relationships/customXml" Target="../ink/ink13.xml"/><Relationship Id="rId15" Type="http://schemas.openxmlformats.org/officeDocument/2006/relationships/image" Target="../media/image27.png"/><Relationship Id="rId10" Type="http://schemas.openxmlformats.org/officeDocument/2006/relationships/customXml" Target="../ink/ink15.xml"/><Relationship Id="rId19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14" Type="http://schemas.openxmlformats.org/officeDocument/2006/relationships/customXml" Target="../ink/ink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35.png"/><Relationship Id="rId18" Type="http://schemas.openxmlformats.org/officeDocument/2006/relationships/image" Target="../media/image38.png"/><Relationship Id="rId3" Type="http://schemas.openxmlformats.org/officeDocument/2006/relationships/customXml" Target="../ink/ink20.xml"/><Relationship Id="rId21" Type="http://schemas.openxmlformats.org/officeDocument/2006/relationships/customXml" Target="../ink/ink28.xml"/><Relationship Id="rId7" Type="http://schemas.openxmlformats.org/officeDocument/2006/relationships/image" Target="../media/image32.png"/><Relationship Id="rId12" Type="http://schemas.openxmlformats.org/officeDocument/2006/relationships/customXml" Target="../ink/ink24.xml"/><Relationship Id="rId17" Type="http://schemas.openxmlformats.org/officeDocument/2006/relationships/image" Target="../media/image37.png"/><Relationship Id="rId2" Type="http://schemas.openxmlformats.org/officeDocument/2006/relationships/image" Target="../media/image30.png"/><Relationship Id="rId16" Type="http://schemas.openxmlformats.org/officeDocument/2006/relationships/customXml" Target="../ink/ink26.xml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.xml"/><Relationship Id="rId11" Type="http://schemas.openxmlformats.org/officeDocument/2006/relationships/image" Target="../media/image34.png"/><Relationship Id="rId24" Type="http://schemas.openxmlformats.org/officeDocument/2006/relationships/image" Target="../media/image41.png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23" Type="http://schemas.openxmlformats.org/officeDocument/2006/relationships/customXml" Target="../ink/ink29.xml"/><Relationship Id="rId10" Type="http://schemas.openxmlformats.org/officeDocument/2006/relationships/customXml" Target="../ink/ink23.xml"/><Relationship Id="rId19" Type="http://schemas.openxmlformats.org/officeDocument/2006/relationships/customXml" Target="../ink/ink27.xml"/><Relationship Id="rId4" Type="http://schemas.openxmlformats.org/officeDocument/2006/relationships/image" Target="../media/image260.png"/><Relationship Id="rId9" Type="http://schemas.openxmlformats.org/officeDocument/2006/relationships/image" Target="../media/image33.png"/><Relationship Id="rId14" Type="http://schemas.openxmlformats.org/officeDocument/2006/relationships/customXml" Target="../ink/ink25.xml"/><Relationship Id="rId22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customXml" Target="../ink/ink30.xml"/><Relationship Id="rId7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customXml" Target="../ink/ink33.xml"/><Relationship Id="rId4" Type="http://schemas.openxmlformats.org/officeDocument/2006/relationships/image" Target="../media/image180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customXml" Target="../ink/ink35.xml"/><Relationship Id="rId7" Type="http://schemas.openxmlformats.org/officeDocument/2006/relationships/customXml" Target="../ink/ink37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customXml" Target="../ink/ink36.xml"/><Relationship Id="rId10" Type="http://schemas.openxmlformats.org/officeDocument/2006/relationships/image" Target="../media/image54.png"/><Relationship Id="rId4" Type="http://schemas.openxmlformats.org/officeDocument/2006/relationships/image" Target="../media/image430.png"/><Relationship Id="rId9" Type="http://schemas.openxmlformats.org/officeDocument/2006/relationships/customXml" Target="../ink/ink3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7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0.xml"/><Relationship Id="rId5" Type="http://schemas.openxmlformats.org/officeDocument/2006/relationships/image" Target="../media/image56.png"/><Relationship Id="rId4" Type="http://schemas.openxmlformats.org/officeDocument/2006/relationships/image" Target="../media/image3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customXml" Target="../ink/ink41.xml"/><Relationship Id="rId7" Type="http://schemas.openxmlformats.org/officeDocument/2006/relationships/customXml" Target="../ink/ink43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customXml" Target="../ink/ink42.xml"/><Relationship Id="rId4" Type="http://schemas.openxmlformats.org/officeDocument/2006/relationships/image" Target="../media/image3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customXml" Target="../ink/ink44.xml"/><Relationship Id="rId7" Type="http://schemas.openxmlformats.org/officeDocument/2006/relationships/customXml" Target="../ink/ink46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customXml" Target="../ink/ink45.xml"/><Relationship Id="rId4" Type="http://schemas.openxmlformats.org/officeDocument/2006/relationships/image" Target="../media/image3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customXml" Target="../ink/ink54.xml"/><Relationship Id="rId26" Type="http://schemas.openxmlformats.org/officeDocument/2006/relationships/customXml" Target="../ink/ink58.xml"/><Relationship Id="rId39" Type="http://schemas.openxmlformats.org/officeDocument/2006/relationships/customXml" Target="../ink/ink64.xml"/><Relationship Id="rId21" Type="http://schemas.openxmlformats.org/officeDocument/2006/relationships/image" Target="../media/image74.png"/><Relationship Id="rId34" Type="http://schemas.openxmlformats.org/officeDocument/2006/relationships/image" Target="../media/image81.png"/><Relationship Id="rId42" Type="http://schemas.openxmlformats.org/officeDocument/2006/relationships/image" Target="../media/image85.png"/><Relationship Id="rId7" Type="http://schemas.openxmlformats.org/officeDocument/2006/relationships/customXml" Target="../ink/ink49.xml"/><Relationship Id="rId2" Type="http://schemas.openxmlformats.org/officeDocument/2006/relationships/image" Target="../media/image68.png"/><Relationship Id="rId16" Type="http://schemas.openxmlformats.org/officeDocument/2006/relationships/customXml" Target="../ink/ink53.xml"/><Relationship Id="rId20" Type="http://schemas.openxmlformats.org/officeDocument/2006/relationships/customXml" Target="../ink/ink55.xml"/><Relationship Id="rId29" Type="http://schemas.openxmlformats.org/officeDocument/2006/relationships/customXml" Target="../ink/ink59.xml"/><Relationship Id="rId41" Type="http://schemas.openxmlformats.org/officeDocument/2006/relationships/customXml" Target="../ink/ink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11" Type="http://schemas.openxmlformats.org/officeDocument/2006/relationships/image" Target="../media/image69.png"/><Relationship Id="rId24" Type="http://schemas.openxmlformats.org/officeDocument/2006/relationships/customXml" Target="../ink/ink57.xml"/><Relationship Id="rId32" Type="http://schemas.openxmlformats.org/officeDocument/2006/relationships/image" Target="../media/image80.png"/><Relationship Id="rId37" Type="http://schemas.openxmlformats.org/officeDocument/2006/relationships/customXml" Target="../ink/ink63.xml"/><Relationship Id="rId40" Type="http://schemas.openxmlformats.org/officeDocument/2006/relationships/image" Target="../media/image84.png"/><Relationship Id="rId5" Type="http://schemas.openxmlformats.org/officeDocument/2006/relationships/customXml" Target="../ink/ink48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image" Target="../media/image78.png"/><Relationship Id="rId36" Type="http://schemas.openxmlformats.org/officeDocument/2006/relationships/image" Target="../media/image82.png"/><Relationship Id="rId10" Type="http://schemas.openxmlformats.org/officeDocument/2006/relationships/image" Target="../media/image440.png"/><Relationship Id="rId19" Type="http://schemas.openxmlformats.org/officeDocument/2006/relationships/image" Target="../media/image73.png"/><Relationship Id="rId31" Type="http://schemas.openxmlformats.org/officeDocument/2006/relationships/customXml" Target="../ink/ink60.xml"/><Relationship Id="rId4" Type="http://schemas.openxmlformats.org/officeDocument/2006/relationships/image" Target="../media/image400.png"/><Relationship Id="rId9" Type="http://schemas.openxmlformats.org/officeDocument/2006/relationships/customXml" Target="../ink/ink50.xml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77.png"/><Relationship Id="rId30" Type="http://schemas.openxmlformats.org/officeDocument/2006/relationships/image" Target="../media/image79.png"/><Relationship Id="rId35" Type="http://schemas.openxmlformats.org/officeDocument/2006/relationships/customXml" Target="../ink/ink62.xml"/><Relationship Id="rId8" Type="http://schemas.openxmlformats.org/officeDocument/2006/relationships/image" Target="../media/image420.png"/><Relationship Id="rId3" Type="http://schemas.openxmlformats.org/officeDocument/2006/relationships/customXml" Target="../ink/ink47.xml"/><Relationship Id="rId12" Type="http://schemas.openxmlformats.org/officeDocument/2006/relationships/customXml" Target="../ink/ink51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customXml" Target="../ink/ink61.xml"/><Relationship Id="rId38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13" Type="http://schemas.openxmlformats.org/officeDocument/2006/relationships/customXml" Target="../ink/ink71.xml"/><Relationship Id="rId3" Type="http://schemas.openxmlformats.org/officeDocument/2006/relationships/customXml" Target="../ink/ink66.xml"/><Relationship Id="rId7" Type="http://schemas.openxmlformats.org/officeDocument/2006/relationships/customXml" Target="../ink/ink68.xml"/><Relationship Id="rId12" Type="http://schemas.openxmlformats.org/officeDocument/2006/relationships/image" Target="../media/image82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0.png"/><Relationship Id="rId11" Type="http://schemas.openxmlformats.org/officeDocument/2006/relationships/customXml" Target="../ink/ink70.xml"/><Relationship Id="rId5" Type="http://schemas.openxmlformats.org/officeDocument/2006/relationships/customXml" Target="../ink/ink67.xml"/><Relationship Id="rId10" Type="http://schemas.openxmlformats.org/officeDocument/2006/relationships/image" Target="../media/image810.png"/><Relationship Id="rId4" Type="http://schemas.openxmlformats.org/officeDocument/2006/relationships/image" Target="../media/image460.png"/><Relationship Id="rId9" Type="http://schemas.openxmlformats.org/officeDocument/2006/relationships/customXml" Target="../ink/ink69.xml"/><Relationship Id="rId1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13" Type="http://schemas.openxmlformats.org/officeDocument/2006/relationships/customXml" Target="../ink/ink77.xml"/><Relationship Id="rId3" Type="http://schemas.openxmlformats.org/officeDocument/2006/relationships/customXml" Target="../ink/ink72.xml"/><Relationship Id="rId7" Type="http://schemas.openxmlformats.org/officeDocument/2006/relationships/customXml" Target="../ink/ink74.xml"/><Relationship Id="rId12" Type="http://schemas.openxmlformats.org/officeDocument/2006/relationships/image" Target="../media/image860.png"/><Relationship Id="rId2" Type="http://schemas.openxmlformats.org/officeDocument/2006/relationships/image" Target="../media/image88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11" Type="http://schemas.openxmlformats.org/officeDocument/2006/relationships/customXml" Target="../ink/ink76.xml"/><Relationship Id="rId5" Type="http://schemas.openxmlformats.org/officeDocument/2006/relationships/customXml" Target="../ink/ink73.xml"/><Relationship Id="rId15" Type="http://schemas.openxmlformats.org/officeDocument/2006/relationships/customXml" Target="../ink/ink78.xml"/><Relationship Id="rId10" Type="http://schemas.openxmlformats.org/officeDocument/2006/relationships/image" Target="../media/image850.png"/><Relationship Id="rId4" Type="http://schemas.openxmlformats.org/officeDocument/2006/relationships/image" Target="../media/image480.png"/><Relationship Id="rId9" Type="http://schemas.openxmlformats.org/officeDocument/2006/relationships/customXml" Target="../ink/ink75.xml"/><Relationship Id="rId1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0.png"/><Relationship Id="rId5" Type="http://schemas.openxmlformats.org/officeDocument/2006/relationships/customXml" Target="../ink/ink80.xml"/><Relationship Id="rId4" Type="http://schemas.openxmlformats.org/officeDocument/2006/relationships/image" Target="../media/image5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customXml" Target="../ink/ink81.xml"/><Relationship Id="rId7" Type="http://schemas.openxmlformats.org/officeDocument/2006/relationships/customXml" Target="../ink/ink83.xml"/><Relationship Id="rId12" Type="http://schemas.openxmlformats.org/officeDocument/2006/relationships/image" Target="../media/image90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0.png"/><Relationship Id="rId11" Type="http://schemas.openxmlformats.org/officeDocument/2006/relationships/customXml" Target="../ink/ink85.xml"/><Relationship Id="rId5" Type="http://schemas.openxmlformats.org/officeDocument/2006/relationships/customXml" Target="../ink/ink82.xml"/><Relationship Id="rId10" Type="http://schemas.openxmlformats.org/officeDocument/2006/relationships/image" Target="../media/image560.png"/><Relationship Id="rId4" Type="http://schemas.openxmlformats.org/officeDocument/2006/relationships/image" Target="../media/image530.png"/><Relationship Id="rId9" Type="http://schemas.openxmlformats.org/officeDocument/2006/relationships/customXml" Target="../ink/ink8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customXml" Target="../ink/ink86.xml"/><Relationship Id="rId7" Type="http://schemas.openxmlformats.org/officeDocument/2006/relationships/customXml" Target="../ink/ink88.xm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0.png"/><Relationship Id="rId5" Type="http://schemas.openxmlformats.org/officeDocument/2006/relationships/customXml" Target="../ink/ink87.xml"/><Relationship Id="rId4" Type="http://schemas.openxmlformats.org/officeDocument/2006/relationships/image" Target="../media/image92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9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customXml" Target="../ink/ink90.xml"/><Relationship Id="rId7" Type="http://schemas.openxmlformats.org/officeDocument/2006/relationships/customXml" Target="../ink/ink92.xml"/><Relationship Id="rId12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customXml" Target="../ink/ink94.xml"/><Relationship Id="rId5" Type="http://schemas.openxmlformats.org/officeDocument/2006/relationships/customXml" Target="../ink/ink91.xml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customXml" Target="../ink/ink9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customXml" Target="../ink/ink9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6.xm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9.xml"/><Relationship Id="rId3" Type="http://schemas.openxmlformats.org/officeDocument/2006/relationships/customXml" Target="../ink/ink97.xml"/><Relationship Id="rId7" Type="http://schemas.openxmlformats.org/officeDocument/2006/relationships/image" Target="../media/image110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2.png"/><Relationship Id="rId5" Type="http://schemas.openxmlformats.org/officeDocument/2006/relationships/customXml" Target="../ink/ink98.xml"/><Relationship Id="rId10" Type="http://schemas.openxmlformats.org/officeDocument/2006/relationships/customXml" Target="../ink/ink100.xml"/><Relationship Id="rId4" Type="http://schemas.openxmlformats.org/officeDocument/2006/relationships/image" Target="../media/image108.png"/><Relationship Id="rId9" Type="http://schemas.openxmlformats.org/officeDocument/2006/relationships/image" Target="../media/image11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D2E876E-4BA3-0DCE-9E7F-68EC23214D41}"/>
              </a:ext>
            </a:extLst>
          </p:cNvPr>
          <p:cNvSpPr txBox="1"/>
          <p:nvPr/>
        </p:nvSpPr>
        <p:spPr>
          <a:xfrm>
            <a:off x="3433864" y="2879387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Fiori Launchpad</a:t>
            </a:r>
          </a:p>
        </p:txBody>
      </p:sp>
    </p:spTree>
    <p:extLst>
      <p:ext uri="{BB962C8B-B14F-4D97-AF65-F5344CB8AC3E}">
        <p14:creationId xmlns:p14="http://schemas.microsoft.com/office/powerpoint/2010/main" val="196088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BE39378-D7E1-6D87-58A7-F6FF56EA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855"/>
            <a:ext cx="12192000" cy="651629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997AED4E-6CC3-6441-CF86-5C825D101EB5}"/>
              </a:ext>
            </a:extLst>
          </p:cNvPr>
          <p:cNvSpPr/>
          <p:nvPr/>
        </p:nvSpPr>
        <p:spPr>
          <a:xfrm>
            <a:off x="8539503" y="243192"/>
            <a:ext cx="3375498" cy="50583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Not </a:t>
            </a:r>
            <a:r>
              <a:rPr lang="de-DE" dirty="0" err="1"/>
              <a:t>done</a:t>
            </a:r>
            <a:r>
              <a:rPr lang="de-DE" dirty="0"/>
              <a:t> </a:t>
            </a:r>
            <a:r>
              <a:rPr lang="de-DE" dirty="0" err="1"/>
              <a:t>yet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33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D2E876E-4BA3-0DCE-9E7F-68EC23214D41}"/>
              </a:ext>
            </a:extLst>
          </p:cNvPr>
          <p:cNvSpPr txBox="1"/>
          <p:nvPr/>
        </p:nvSpPr>
        <p:spPr>
          <a:xfrm>
            <a:off x="3433864" y="2879387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175225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7FEAA3CF-3DD2-DDD4-4CA8-971C8EE3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221"/>
            <a:ext cx="12192000" cy="502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71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3250CED-1DE4-B519-BB47-5166E8824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049" y="1733313"/>
            <a:ext cx="502990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6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17D9CAD-06E3-B52B-E234-750133A7C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366"/>
            <a:ext cx="12192000" cy="54412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17F09FCA-7C66-E1BD-C79A-F935DCFFF799}"/>
                  </a:ext>
                </a:extLst>
              </p14:cNvPr>
              <p14:cNvContentPartPr/>
              <p14:nvPr/>
            </p14:nvContentPartPr>
            <p14:xfrm>
              <a:off x="659290" y="553565"/>
              <a:ext cx="800280" cy="43092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17F09FCA-7C66-E1BD-C79A-F935DCFFF7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650" y="445925"/>
                <a:ext cx="907920" cy="64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196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87A72FD6-1CD0-9DC9-6352-8DA0800F3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272"/>
            <a:ext cx="12192000" cy="44334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1D3115DD-7661-9313-03DD-DA968737954D}"/>
                  </a:ext>
                </a:extLst>
              </p14:cNvPr>
              <p14:cNvContentPartPr/>
              <p14:nvPr/>
            </p14:nvContentPartPr>
            <p14:xfrm>
              <a:off x="1689970" y="3345365"/>
              <a:ext cx="4566240" cy="126360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1D3115DD-7661-9313-03DD-DA96873795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5970" y="3237725"/>
                <a:ext cx="4673880" cy="14792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10E2488E-B920-25EB-423A-160B1672E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634" y="851076"/>
            <a:ext cx="6848089" cy="16074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AB11696B-BE2E-4DCA-B957-C69CCA3A787E}"/>
                  </a:ext>
                </a:extLst>
              </p14:cNvPr>
              <p14:cNvContentPartPr/>
              <p14:nvPr/>
            </p14:nvContentPartPr>
            <p14:xfrm>
              <a:off x="3758890" y="261965"/>
              <a:ext cx="7819920" cy="298836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AB11696B-BE2E-4DCA-B957-C69CCA3A78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4890" y="154325"/>
                <a:ext cx="7927560" cy="32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C5F37E91-7979-26FB-FD5C-FFFA896284A4}"/>
                  </a:ext>
                </a:extLst>
              </p14:cNvPr>
              <p14:cNvContentPartPr/>
              <p14:nvPr/>
            </p14:nvContentPartPr>
            <p14:xfrm>
              <a:off x="6458890" y="3698165"/>
              <a:ext cx="1121760" cy="76788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C5F37E91-7979-26FB-FD5C-FFFA896284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5250" y="3590525"/>
                <a:ext cx="122940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C3C8655F-A2EA-855B-7DAF-4D71A8AD7367}"/>
                  </a:ext>
                </a:extLst>
              </p14:cNvPr>
              <p14:cNvContentPartPr/>
              <p14:nvPr/>
            </p14:nvContentPartPr>
            <p14:xfrm>
              <a:off x="7478410" y="3394685"/>
              <a:ext cx="3600" cy="432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C3C8655F-A2EA-855B-7DAF-4D71A8AD73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24770" y="3286685"/>
                <a:ext cx="1112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DC7FE384-3D6B-DB1D-FF44-1E35D4293B0A}"/>
                  </a:ext>
                </a:extLst>
              </p14:cNvPr>
              <p14:cNvContentPartPr/>
              <p14:nvPr/>
            </p14:nvContentPartPr>
            <p14:xfrm>
              <a:off x="7312090" y="3287405"/>
              <a:ext cx="212400" cy="2502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DC7FE384-3D6B-DB1D-FF44-1E35D4293B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58090" y="3179765"/>
                <a:ext cx="32004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A6A03FF5-F35F-34D7-A77C-2564D72734B1}"/>
                  </a:ext>
                </a:extLst>
              </p14:cNvPr>
              <p14:cNvContentPartPr/>
              <p14:nvPr/>
            </p14:nvContentPartPr>
            <p14:xfrm>
              <a:off x="7169170" y="3279125"/>
              <a:ext cx="691560" cy="51588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A6A03FF5-F35F-34D7-A77C-2564D72734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15170" y="3171485"/>
                <a:ext cx="799200" cy="73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586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199EF350-76DA-BEB4-A107-55F777B6F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549"/>
            <a:ext cx="12192000" cy="40769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24A05E62-C6F9-AFB9-7FB7-BE5EE29921B1}"/>
                  </a:ext>
                </a:extLst>
              </p14:cNvPr>
              <p14:cNvContentPartPr/>
              <p14:nvPr/>
            </p14:nvContentPartPr>
            <p14:xfrm>
              <a:off x="6836170" y="1817885"/>
              <a:ext cx="1017720" cy="58680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24A05E62-C6F9-AFB9-7FB7-BE5EE29921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2170" y="1710245"/>
                <a:ext cx="1125360" cy="8024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3950C381-75E3-1116-F884-FC76C760A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452" y="27845"/>
            <a:ext cx="7505798" cy="11490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D6BAECCD-B7FE-2E44-AFCB-6952052121A0}"/>
                  </a:ext>
                </a:extLst>
              </p14:cNvPr>
              <p14:cNvContentPartPr/>
              <p14:nvPr/>
            </p14:nvContentPartPr>
            <p14:xfrm>
              <a:off x="7927690" y="1291205"/>
              <a:ext cx="648360" cy="47484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D6BAECCD-B7FE-2E44-AFCB-6952052121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73690" y="1183205"/>
                <a:ext cx="756000" cy="6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5C91FEAC-4FDF-0202-CC60-AEDED2F52A4D}"/>
                  </a:ext>
                </a:extLst>
              </p14:cNvPr>
              <p14:cNvContentPartPr/>
              <p14:nvPr/>
            </p14:nvContentPartPr>
            <p14:xfrm>
              <a:off x="8326570" y="1077725"/>
              <a:ext cx="412560" cy="17820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5C91FEAC-4FDF-0202-CC60-AEDED2F52A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72930" y="969725"/>
                <a:ext cx="52020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418EC2A3-206E-DB45-0A5F-90D4B94757BC}"/>
                  </a:ext>
                </a:extLst>
              </p14:cNvPr>
              <p14:cNvContentPartPr/>
              <p14:nvPr/>
            </p14:nvContentPartPr>
            <p14:xfrm>
              <a:off x="8581090" y="308765"/>
              <a:ext cx="1304280" cy="9183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418EC2A3-206E-DB45-0A5F-90D4B94757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27450" y="200765"/>
                <a:ext cx="1411920" cy="113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243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5CC6AB-C1D9-AA92-567B-618F4F79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133"/>
            <a:ext cx="12192000" cy="482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0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D2E876E-4BA3-0DCE-9E7F-68EC23214D41}"/>
              </a:ext>
            </a:extLst>
          </p:cNvPr>
          <p:cNvSpPr txBox="1"/>
          <p:nvPr/>
        </p:nvSpPr>
        <p:spPr>
          <a:xfrm>
            <a:off x="3433864" y="2879387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Characteristic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26989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F8D1147-9299-EA28-B251-CC44F1D9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494"/>
            <a:ext cx="12192000" cy="49350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7E255018-5F38-FD5D-E2D1-8857B049F375}"/>
                  </a:ext>
                </a:extLst>
              </p14:cNvPr>
              <p14:cNvContentPartPr/>
              <p14:nvPr/>
            </p14:nvContentPartPr>
            <p14:xfrm>
              <a:off x="2382978" y="4902373"/>
              <a:ext cx="1019160" cy="7848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7E255018-5F38-FD5D-E2D1-8857B049F3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9338" y="4794733"/>
                <a:ext cx="112680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C9D9D053-EBD2-A3D1-52AA-E987EFC53897}"/>
                  </a:ext>
                </a:extLst>
              </p14:cNvPr>
              <p14:cNvContentPartPr/>
              <p14:nvPr/>
            </p14:nvContentPartPr>
            <p14:xfrm>
              <a:off x="5885058" y="4980133"/>
              <a:ext cx="315360" cy="4932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C9D9D053-EBD2-A3D1-52AA-E987EFC538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1058" y="4872133"/>
                <a:ext cx="423000" cy="2649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12538AB6-B456-C6B9-2B65-34BA01B28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8389" y="2814552"/>
            <a:ext cx="7135221" cy="12288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F1A3548A-D13C-9CC6-5B21-3F30F496752B}"/>
                  </a:ext>
                </a:extLst>
              </p14:cNvPr>
              <p14:cNvContentPartPr/>
              <p14:nvPr/>
            </p14:nvContentPartPr>
            <p14:xfrm>
              <a:off x="2577370" y="3307205"/>
              <a:ext cx="2082960" cy="882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F1A3548A-D13C-9CC6-5B21-3F30F49675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23730" y="3199565"/>
                <a:ext cx="21906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798E8814-2D32-3AA4-781F-1D074B48E7B8}"/>
                  </a:ext>
                </a:extLst>
              </p14:cNvPr>
              <p14:cNvContentPartPr/>
              <p14:nvPr/>
            </p14:nvContentPartPr>
            <p14:xfrm>
              <a:off x="7791250" y="3287405"/>
              <a:ext cx="840960" cy="680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798E8814-2D32-3AA4-781F-1D074B48E7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37610" y="3179765"/>
                <a:ext cx="9486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BFBBDDB8-F19B-EBBD-8BE9-D551C6AF397E}"/>
                  </a:ext>
                </a:extLst>
              </p14:cNvPr>
              <p14:cNvContentPartPr/>
              <p14:nvPr/>
            </p14:nvContentPartPr>
            <p14:xfrm>
              <a:off x="6205810" y="3860525"/>
              <a:ext cx="1708560" cy="94464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BFBBDDB8-F19B-EBBD-8BE9-D551C6AF39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1810" y="3752885"/>
                <a:ext cx="1816200" cy="11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CE12B7B7-469F-A1C6-C16F-370593E117F9}"/>
                  </a:ext>
                </a:extLst>
              </p14:cNvPr>
              <p14:cNvContentPartPr/>
              <p14:nvPr/>
            </p14:nvContentPartPr>
            <p14:xfrm>
              <a:off x="7372930" y="3511325"/>
              <a:ext cx="976680" cy="44388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CE12B7B7-469F-A1C6-C16F-370593E117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19290" y="3403325"/>
                <a:ext cx="108432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E47AB5D5-82CD-427F-FA95-63365F6BF0B5}"/>
                  </a:ext>
                </a:extLst>
              </p14:cNvPr>
              <p14:cNvContentPartPr/>
              <p14:nvPr/>
            </p14:nvContentPartPr>
            <p14:xfrm>
              <a:off x="2966530" y="4038365"/>
              <a:ext cx="329400" cy="6116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E47AB5D5-82CD-427F-FA95-63365F6BF0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12890" y="3930365"/>
                <a:ext cx="437040" cy="82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F691CA03-19FE-37F3-C93E-380EFC922003}"/>
                  </a:ext>
                </a:extLst>
              </p14:cNvPr>
              <p14:cNvContentPartPr/>
              <p14:nvPr/>
            </p14:nvContentPartPr>
            <p14:xfrm>
              <a:off x="3102610" y="3724445"/>
              <a:ext cx="507600" cy="28620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F691CA03-19FE-37F3-C93E-380EFC92200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48970" y="3616805"/>
                <a:ext cx="615240" cy="5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446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7957137-C964-CDC8-7FFD-212DE433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330"/>
            <a:ext cx="12192000" cy="60253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7EA64BD8-9D5A-1F9F-ACFE-4820C36EE4BC}"/>
                  </a:ext>
                </a:extLst>
              </p14:cNvPr>
              <p14:cNvContentPartPr/>
              <p14:nvPr/>
            </p14:nvContentPartPr>
            <p14:xfrm>
              <a:off x="126138" y="719533"/>
              <a:ext cx="118080" cy="8316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7EA64BD8-9D5A-1F9F-ACFE-4820C36EE4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38" y="611533"/>
                <a:ext cx="225720" cy="2988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25A4346C-9052-F08F-CDDC-126165D60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675" y="1440059"/>
            <a:ext cx="7366325" cy="25279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FD666059-6537-34A1-1F23-DE8E92E8AF20}"/>
                  </a:ext>
                </a:extLst>
              </p14:cNvPr>
              <p14:cNvContentPartPr/>
              <p14:nvPr/>
            </p14:nvContentPartPr>
            <p14:xfrm>
              <a:off x="10038010" y="2691965"/>
              <a:ext cx="2061360" cy="16786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FD666059-6537-34A1-1F23-DE8E92E8AF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84010" y="2583965"/>
                <a:ext cx="2169000" cy="18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77BADEBF-F0F0-209E-2C7D-B7CDC4FD5C6B}"/>
                  </a:ext>
                </a:extLst>
              </p14:cNvPr>
              <p14:cNvContentPartPr/>
              <p14:nvPr/>
            </p14:nvContentPartPr>
            <p14:xfrm>
              <a:off x="9069610" y="4610045"/>
              <a:ext cx="946080" cy="57492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77BADEBF-F0F0-209E-2C7D-B7CDC4FD5C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15610" y="4502045"/>
                <a:ext cx="1053720" cy="79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FB0E0683-0CB3-6117-F5B7-6F17A5FDFAB2}"/>
                  </a:ext>
                </a:extLst>
              </p14:cNvPr>
              <p14:cNvContentPartPr/>
              <p14:nvPr/>
            </p14:nvContentPartPr>
            <p14:xfrm>
              <a:off x="9600610" y="4328525"/>
              <a:ext cx="798840" cy="6656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FB0E0683-0CB3-6117-F5B7-6F17A5FDFA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46970" y="4220525"/>
                <a:ext cx="906480" cy="88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8FE7F4B0-207C-7079-5602-AB074608A8A0}"/>
                  </a:ext>
                </a:extLst>
              </p14:cNvPr>
              <p14:cNvContentPartPr/>
              <p14:nvPr/>
            </p14:nvContentPartPr>
            <p14:xfrm>
              <a:off x="2227090" y="4104245"/>
              <a:ext cx="2385360" cy="93744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8FE7F4B0-207C-7079-5602-AB074608A8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73090" y="3996605"/>
                <a:ext cx="2493000" cy="11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EFB098D8-6686-77AA-FD00-1C6F1BC0CAE2}"/>
                  </a:ext>
                </a:extLst>
              </p14:cNvPr>
              <p14:cNvContentPartPr/>
              <p14:nvPr/>
            </p14:nvContentPartPr>
            <p14:xfrm>
              <a:off x="4522810" y="2275445"/>
              <a:ext cx="1264320" cy="214128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EFB098D8-6686-77AA-FD00-1C6F1BC0CA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68810" y="2167445"/>
                <a:ext cx="1371960" cy="23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672BD5BF-6D1F-C19D-FF3F-298A1B459D09}"/>
                  </a:ext>
                </a:extLst>
              </p14:cNvPr>
              <p14:cNvContentPartPr/>
              <p14:nvPr/>
            </p14:nvContentPartPr>
            <p14:xfrm>
              <a:off x="5418130" y="2109125"/>
              <a:ext cx="611640" cy="25128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672BD5BF-6D1F-C19D-FF3F-298A1B459D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64130" y="2001485"/>
                <a:ext cx="719280" cy="46692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Grafik 12">
            <a:extLst>
              <a:ext uri="{FF2B5EF4-FFF2-40B4-BE49-F238E27FC236}">
                <a16:creationId xmlns:a16="http://schemas.microsoft.com/office/drawing/2014/main" id="{95ECC6D5-A2FC-FF43-1EC4-957D3837A1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91902" y="189505"/>
            <a:ext cx="2743583" cy="5811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E3C1250E-FE17-F20C-88A9-34BCFE3F0DFC}"/>
                  </a:ext>
                </a:extLst>
              </p14:cNvPr>
              <p14:cNvContentPartPr/>
              <p14:nvPr/>
            </p14:nvContentPartPr>
            <p14:xfrm>
              <a:off x="1828210" y="417845"/>
              <a:ext cx="280800" cy="6012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E3C1250E-FE17-F20C-88A9-34BCFE3F0DF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74570" y="310205"/>
                <a:ext cx="3884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B98349B1-29F2-1883-9EA5-7865939B4253}"/>
                  </a:ext>
                </a:extLst>
              </p14:cNvPr>
              <p14:cNvContentPartPr/>
              <p14:nvPr/>
            </p14:nvContentPartPr>
            <p14:xfrm>
              <a:off x="534730" y="789005"/>
              <a:ext cx="766440" cy="6804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B98349B1-29F2-1883-9EA5-7865939B425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0730" y="681365"/>
                <a:ext cx="8740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F59F4131-ADC0-4D37-459C-C7BD038E0B41}"/>
                  </a:ext>
                </a:extLst>
              </p14:cNvPr>
              <p14:cNvContentPartPr/>
              <p14:nvPr/>
            </p14:nvContentPartPr>
            <p14:xfrm>
              <a:off x="1089490" y="553925"/>
              <a:ext cx="601920" cy="43488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F59F4131-ADC0-4D37-459C-C7BD038E0B4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35490" y="445925"/>
                <a:ext cx="709560" cy="6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728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058E9E40-FFD3-DBFF-D397-E399FB8BE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07" y="1719024"/>
            <a:ext cx="5096586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3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3B3378D-5866-E2A0-C88C-71B62E6D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434"/>
            <a:ext cx="12192000" cy="55831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7DDE6D51-6B4B-3535-3AAC-985DA0F32E5C}"/>
                  </a:ext>
                </a:extLst>
              </p14:cNvPr>
              <p14:cNvContentPartPr/>
              <p14:nvPr/>
            </p14:nvContentPartPr>
            <p14:xfrm>
              <a:off x="543370" y="336125"/>
              <a:ext cx="1504080" cy="89028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7DDE6D51-6B4B-3535-3AAC-985DA0F32E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370" y="228125"/>
                <a:ext cx="1611720" cy="11059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6144D96B-D866-56F0-3231-9815DC940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447" y="336125"/>
            <a:ext cx="3077004" cy="7906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D7D92FCB-A380-0E58-5CEE-017CE9E1E7E9}"/>
                  </a:ext>
                </a:extLst>
              </p14:cNvPr>
              <p14:cNvContentPartPr/>
              <p14:nvPr/>
            </p14:nvContentPartPr>
            <p14:xfrm>
              <a:off x="2584210" y="-224755"/>
              <a:ext cx="5277600" cy="18507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D7D92FCB-A380-0E58-5CEE-017CE9E1E7E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30570" y="-332755"/>
                <a:ext cx="5385240" cy="20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5698821A-3F11-C757-F051-2D2229E8E8CB}"/>
                  </a:ext>
                </a:extLst>
              </p14:cNvPr>
              <p14:cNvContentPartPr/>
              <p14:nvPr/>
            </p14:nvContentPartPr>
            <p14:xfrm>
              <a:off x="1964650" y="1196119"/>
              <a:ext cx="369360" cy="1098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5698821A-3F11-C757-F051-2D2229E8E8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11010" y="1088119"/>
                <a:ext cx="4770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E6F40661-8D1C-EC9E-5BF3-0BD727280D04}"/>
                  </a:ext>
                </a:extLst>
              </p14:cNvPr>
              <p14:cNvContentPartPr/>
              <p14:nvPr/>
            </p14:nvContentPartPr>
            <p14:xfrm>
              <a:off x="2178490" y="1118359"/>
              <a:ext cx="293400" cy="26172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E6F40661-8D1C-EC9E-5BF3-0BD727280D0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4850" y="1010359"/>
                <a:ext cx="401040" cy="47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86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99E1074-381B-7916-3A8F-09E28DB6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7609"/>
            <a:ext cx="12192000" cy="31827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464D9343-C8B8-0B20-E2E8-77F2882D4C8E}"/>
                  </a:ext>
                </a:extLst>
              </p14:cNvPr>
              <p14:cNvContentPartPr/>
              <p14:nvPr/>
            </p14:nvContentPartPr>
            <p14:xfrm>
              <a:off x="6166570" y="3675485"/>
              <a:ext cx="2264400" cy="137484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464D9343-C8B8-0B20-E2E8-77F2882D4C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2570" y="3567485"/>
                <a:ext cx="2372040" cy="159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951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CC26F55-9AA8-427A-A714-EF96EA64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0785"/>
            <a:ext cx="12192000" cy="39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67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6C524A8-004B-C8CF-C69E-2F15EE833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3618"/>
            <a:ext cx="12192000" cy="449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5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09F4AE9-85EF-5109-8BC0-1228800E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690"/>
            <a:ext cx="12192000" cy="52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59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D2E876E-4BA3-0DCE-9E7F-68EC23214D41}"/>
              </a:ext>
            </a:extLst>
          </p:cNvPr>
          <p:cNvSpPr txBox="1"/>
          <p:nvPr/>
        </p:nvSpPr>
        <p:spPr>
          <a:xfrm>
            <a:off x="3433864" y="2879387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Plant</a:t>
            </a:r>
          </a:p>
        </p:txBody>
      </p:sp>
    </p:spTree>
    <p:extLst>
      <p:ext uri="{BB962C8B-B14F-4D97-AF65-F5344CB8AC3E}">
        <p14:creationId xmlns:p14="http://schemas.microsoft.com/office/powerpoint/2010/main" val="330191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1B41A6D-8997-940A-293B-F7908095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9" y="1343868"/>
            <a:ext cx="12192000" cy="41702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0BD56888-0826-F7B7-50BE-406832E85D02}"/>
                  </a:ext>
                </a:extLst>
              </p14:cNvPr>
              <p14:cNvContentPartPr/>
              <p14:nvPr/>
            </p14:nvContentPartPr>
            <p14:xfrm>
              <a:off x="1954578" y="1458973"/>
              <a:ext cx="913680" cy="7848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0BD56888-0826-F7B7-50BE-406832E85D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0938" y="1350973"/>
                <a:ext cx="10213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FD0F469B-A93E-D1D7-8F66-4E8DFFF488C6}"/>
                  </a:ext>
                </a:extLst>
              </p14:cNvPr>
              <p14:cNvContentPartPr/>
              <p14:nvPr/>
            </p14:nvContentPartPr>
            <p14:xfrm>
              <a:off x="1889410" y="1244405"/>
              <a:ext cx="1197720" cy="45972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FD0F469B-A93E-D1D7-8F66-4E8DFFF488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5410" y="1136765"/>
                <a:ext cx="130536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B920E0C3-E6A5-0DFA-832C-8C031C087B96}"/>
                  </a:ext>
                </a:extLst>
              </p14:cNvPr>
              <p14:cNvContentPartPr/>
              <p14:nvPr/>
            </p14:nvContentPartPr>
            <p14:xfrm>
              <a:off x="3256330" y="485885"/>
              <a:ext cx="486720" cy="37296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B920E0C3-E6A5-0DFA-832C-8C031C087B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02690" y="378245"/>
                <a:ext cx="59436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585D2A78-AE3F-3F1B-7218-F068A0614DAB}"/>
                  </a:ext>
                </a:extLst>
              </p14:cNvPr>
              <p14:cNvContentPartPr/>
              <p14:nvPr/>
            </p14:nvContentPartPr>
            <p14:xfrm>
              <a:off x="3062290" y="641765"/>
              <a:ext cx="514800" cy="37224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585D2A78-AE3F-3F1B-7218-F068A0614DA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08650" y="533765"/>
                <a:ext cx="622440" cy="5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0085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5F825D9-6B4F-46BA-A8C0-87F4F57E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96" y="1797046"/>
            <a:ext cx="5020376" cy="34390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297AA5D6-58EC-CEDD-DF3D-8348E0F50592}"/>
                  </a:ext>
                </a:extLst>
              </p14:cNvPr>
              <p14:cNvContentPartPr/>
              <p14:nvPr/>
            </p14:nvContentPartPr>
            <p14:xfrm>
              <a:off x="3179290" y="3004445"/>
              <a:ext cx="3180960" cy="164556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297AA5D6-58EC-CEDD-DF3D-8348E0F505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5650" y="2896445"/>
                <a:ext cx="3288600" cy="1861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8473FEE0-1FA7-9DAD-29BE-07E8622EA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023" y="1621949"/>
            <a:ext cx="4563112" cy="1971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FAFF83B3-65F0-7805-9DEC-35F71BDF096F}"/>
                  </a:ext>
                </a:extLst>
              </p14:cNvPr>
              <p14:cNvContentPartPr/>
              <p14:nvPr/>
            </p14:nvContentPartPr>
            <p14:xfrm>
              <a:off x="6690370" y="963965"/>
              <a:ext cx="4556160" cy="294768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FAFF83B3-65F0-7805-9DEC-35F71BDF09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6370" y="856325"/>
                <a:ext cx="4663800" cy="31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6617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9E53787F-ED94-07A2-B41D-6057F3D6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707"/>
            <a:ext cx="12192000" cy="5140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CA0934D2-2708-AE0C-107A-94BB1B371A95}"/>
                  </a:ext>
                </a:extLst>
              </p14:cNvPr>
              <p14:cNvContentPartPr/>
              <p14:nvPr/>
            </p14:nvContentPartPr>
            <p14:xfrm>
              <a:off x="358690" y="514685"/>
              <a:ext cx="2121480" cy="85788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CA0934D2-2708-AE0C-107A-94BB1B371A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690" y="406685"/>
                <a:ext cx="2229120" cy="10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1D5C924A-85E5-235D-C457-BBA8053CE085}"/>
                  </a:ext>
                </a:extLst>
              </p14:cNvPr>
              <p14:cNvContentPartPr/>
              <p14:nvPr/>
            </p14:nvContentPartPr>
            <p14:xfrm>
              <a:off x="2709490" y="213725"/>
              <a:ext cx="1220400" cy="30312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1D5C924A-85E5-235D-C457-BBA8053CE0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5850" y="106085"/>
                <a:ext cx="132804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3D5D6C71-8C15-0E8A-D087-DF7BED36D264}"/>
                  </a:ext>
                </a:extLst>
              </p14:cNvPr>
              <p14:cNvContentPartPr/>
              <p14:nvPr/>
            </p14:nvContentPartPr>
            <p14:xfrm>
              <a:off x="2468650" y="301205"/>
              <a:ext cx="853920" cy="48096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3D5D6C71-8C15-0E8A-D087-DF7BED36D2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5010" y="193205"/>
                <a:ext cx="961560" cy="69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467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625ED9B-D0A0-2A98-F528-9EA80F5DF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9047"/>
            <a:ext cx="9764488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00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DE492187-8676-72B1-C173-C65B8469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035"/>
            <a:ext cx="12192000" cy="452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55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E02DF33-E792-356B-85CD-88F5F5ED6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0289"/>
            <a:ext cx="12192000" cy="147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20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FE54981-3EBD-48DE-7A4E-C7182AB70007}"/>
              </a:ext>
            </a:extLst>
          </p:cNvPr>
          <p:cNvSpPr txBox="1"/>
          <p:nvPr/>
        </p:nvSpPr>
        <p:spPr>
          <a:xfrm>
            <a:off x="3433864" y="2879387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Purchasing</a:t>
            </a:r>
            <a:r>
              <a:rPr lang="de-DE" sz="3200" dirty="0"/>
              <a:t> Group</a:t>
            </a:r>
          </a:p>
        </p:txBody>
      </p:sp>
    </p:spTree>
    <p:extLst>
      <p:ext uri="{BB962C8B-B14F-4D97-AF65-F5344CB8AC3E}">
        <p14:creationId xmlns:p14="http://schemas.microsoft.com/office/powerpoint/2010/main" val="1297100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72CDB33-1773-A4FE-61FC-66A899E8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324"/>
            <a:ext cx="12192000" cy="44993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2A409113-6568-2EC8-CEEE-FA92840515EA}"/>
                  </a:ext>
                </a:extLst>
              </p14:cNvPr>
              <p14:cNvContentPartPr/>
              <p14:nvPr/>
            </p14:nvContentPartPr>
            <p14:xfrm>
              <a:off x="1390810" y="914285"/>
              <a:ext cx="1768320" cy="56448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2A409113-6568-2EC8-CEEE-FA92840515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6810" y="806285"/>
                <a:ext cx="1875960" cy="78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E01536D1-AB6E-E709-B724-A25265206484}"/>
                  </a:ext>
                </a:extLst>
              </p14:cNvPr>
              <p14:cNvContentPartPr/>
              <p14:nvPr/>
            </p14:nvContentPartPr>
            <p14:xfrm>
              <a:off x="3025930" y="389045"/>
              <a:ext cx="660600" cy="41832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E01536D1-AB6E-E709-B724-A252652064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72290" y="281045"/>
                <a:ext cx="76824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31572CB0-9A1B-0251-C1F5-4C00EF1E05EC}"/>
                  </a:ext>
                </a:extLst>
              </p14:cNvPr>
              <p14:cNvContentPartPr/>
              <p14:nvPr/>
            </p14:nvContentPartPr>
            <p14:xfrm>
              <a:off x="2800930" y="700085"/>
              <a:ext cx="379440" cy="23436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31572CB0-9A1B-0251-C1F5-4C00EF1E05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7290" y="592085"/>
                <a:ext cx="487080" cy="45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4573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CF349D8-414B-84BF-A6F0-B2FA6619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96" y="2057208"/>
            <a:ext cx="5068007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3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3D13D56-058B-D7B8-ECD7-22EF85C2D5D6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MRP Area</a:t>
            </a:r>
          </a:p>
        </p:txBody>
      </p:sp>
    </p:spTree>
    <p:extLst>
      <p:ext uri="{BB962C8B-B14F-4D97-AF65-F5344CB8AC3E}">
        <p14:creationId xmlns:p14="http://schemas.microsoft.com/office/powerpoint/2010/main" val="3328421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1B36E73-E929-3A56-7400-C30F4B5B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2895"/>
            <a:ext cx="12192000" cy="41322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4AD14FD8-5D54-099F-C011-44872603BC78}"/>
                  </a:ext>
                </a:extLst>
              </p14:cNvPr>
              <p14:cNvContentPartPr/>
              <p14:nvPr/>
            </p14:nvContentPartPr>
            <p14:xfrm>
              <a:off x="320530" y="1614485"/>
              <a:ext cx="1400040" cy="25848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4AD14FD8-5D54-099F-C011-44872603BC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530" y="1506845"/>
                <a:ext cx="150768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0A7831BD-6899-2C9A-4D3A-E47CAC8E731D}"/>
                  </a:ext>
                </a:extLst>
              </p14:cNvPr>
              <p14:cNvContentPartPr/>
              <p14:nvPr/>
            </p14:nvContentPartPr>
            <p14:xfrm>
              <a:off x="369130" y="3102725"/>
              <a:ext cx="1051560" cy="16560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0A7831BD-6899-2C9A-4D3A-E47CAC8E73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5490" y="2994725"/>
                <a:ext cx="115920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394DAAF1-351F-6883-A408-875A300919F6}"/>
                  </a:ext>
                </a:extLst>
              </p14:cNvPr>
              <p14:cNvContentPartPr/>
              <p14:nvPr/>
            </p14:nvContentPartPr>
            <p14:xfrm>
              <a:off x="2188210" y="3063485"/>
              <a:ext cx="1558080" cy="6804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394DAAF1-351F-6883-A408-875A300919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34210" y="2955845"/>
                <a:ext cx="16657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58DA1A6A-D321-184B-2AC2-4B4E9F72DB38}"/>
                  </a:ext>
                </a:extLst>
              </p14:cNvPr>
              <p14:cNvContentPartPr/>
              <p14:nvPr/>
            </p14:nvContentPartPr>
            <p14:xfrm>
              <a:off x="349690" y="4879685"/>
              <a:ext cx="1538640" cy="1404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58DA1A6A-D321-184B-2AC2-4B4E9F72DB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6050" y="4772045"/>
                <a:ext cx="1646280" cy="3560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088BD13F-1B74-B02C-4991-38A052FD1B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0536" y="0"/>
            <a:ext cx="5070928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C4B7AE17-2786-E5AA-61F5-88188A760483}"/>
                  </a:ext>
                </a:extLst>
              </p14:cNvPr>
              <p14:cNvContentPartPr/>
              <p14:nvPr/>
            </p14:nvContentPartPr>
            <p14:xfrm>
              <a:off x="4347850" y="389045"/>
              <a:ext cx="1739520" cy="34092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C4B7AE17-2786-E5AA-61F5-88188A7604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93850" y="281045"/>
                <a:ext cx="184716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989DDD7E-1D04-2B16-C769-3BD523EFC4A5}"/>
                  </a:ext>
                </a:extLst>
              </p14:cNvPr>
              <p14:cNvContentPartPr/>
              <p14:nvPr/>
            </p14:nvContentPartPr>
            <p14:xfrm>
              <a:off x="4377010" y="4085165"/>
              <a:ext cx="1909440" cy="2307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989DDD7E-1D04-2B16-C769-3BD523EFC4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23370" y="3977525"/>
                <a:ext cx="201708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51871360-4465-384F-AFE0-924AC9FF3205}"/>
                  </a:ext>
                </a:extLst>
              </p14:cNvPr>
              <p14:cNvContentPartPr/>
              <p14:nvPr/>
            </p14:nvContentPartPr>
            <p14:xfrm>
              <a:off x="4172530" y="6040325"/>
              <a:ext cx="1251360" cy="11808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51871360-4465-384F-AFE0-924AC9FF32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18890" y="5932325"/>
                <a:ext cx="13590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B6DF5145-9B21-BCF0-4644-0E9DFB4E7BB8}"/>
                  </a:ext>
                </a:extLst>
              </p14:cNvPr>
              <p14:cNvContentPartPr/>
              <p14:nvPr/>
            </p14:nvContentPartPr>
            <p14:xfrm>
              <a:off x="1875370" y="2614565"/>
              <a:ext cx="1892160" cy="99504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B6DF5145-9B21-BCF0-4644-0E9DFB4E7B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21730" y="2506925"/>
                <a:ext cx="1999800" cy="12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E65BCDA3-0CDD-1BA7-EC65-BB37C345059E}"/>
                  </a:ext>
                </a:extLst>
              </p14:cNvPr>
              <p14:cNvContentPartPr/>
              <p14:nvPr/>
            </p14:nvContentPartPr>
            <p14:xfrm>
              <a:off x="3258490" y="3754325"/>
              <a:ext cx="3833640" cy="214704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E65BCDA3-0CDD-1BA7-EC65-BB37C34505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04850" y="3646685"/>
                <a:ext cx="3941280" cy="23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A0970A32-CE98-5082-329B-A02410D0BBAF}"/>
                  </a:ext>
                </a:extLst>
              </p14:cNvPr>
              <p14:cNvContentPartPr/>
              <p14:nvPr/>
            </p14:nvContentPartPr>
            <p14:xfrm>
              <a:off x="7104010" y="5505365"/>
              <a:ext cx="413640" cy="81936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A0970A32-CE98-5082-329B-A02410D0BB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50010" y="5397725"/>
                <a:ext cx="521280" cy="10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BA59CEC2-B74B-AB62-4977-6B8896881DE1}"/>
                  </a:ext>
                </a:extLst>
              </p14:cNvPr>
              <p14:cNvContentPartPr/>
              <p14:nvPr/>
            </p14:nvContentPartPr>
            <p14:xfrm>
              <a:off x="7732930" y="5863205"/>
              <a:ext cx="294120" cy="77220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BA59CEC2-B74B-AB62-4977-6B8896881D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78930" y="5755205"/>
                <a:ext cx="401760" cy="9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F499CDF0-79F8-F4F9-7863-7BF7D6AD2FA5}"/>
                  </a:ext>
                </a:extLst>
              </p14:cNvPr>
              <p14:cNvContentPartPr/>
              <p14:nvPr/>
            </p14:nvContentPartPr>
            <p14:xfrm>
              <a:off x="7488130" y="5923685"/>
              <a:ext cx="523440" cy="71604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F499CDF0-79F8-F4F9-7863-7BF7D6AD2FA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34130" y="5815685"/>
                <a:ext cx="631080" cy="93168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rafik 16">
            <a:extLst>
              <a:ext uri="{FF2B5EF4-FFF2-40B4-BE49-F238E27FC236}">
                <a16:creationId xmlns:a16="http://schemas.microsoft.com/office/drawing/2014/main" id="{A69A8651-BF46-2E27-F690-AA7DA65B10B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54250" y="3192005"/>
            <a:ext cx="8748100" cy="7561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4B8E600C-DF3F-665B-2D77-8F1B4F2CA103}"/>
                  </a:ext>
                </a:extLst>
              </p14:cNvPr>
              <p14:cNvContentPartPr/>
              <p14:nvPr/>
            </p14:nvContentPartPr>
            <p14:xfrm>
              <a:off x="7685820" y="3176820"/>
              <a:ext cx="4151160" cy="81648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4B8E600C-DF3F-665B-2D77-8F1B4F2CA10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32180" y="3069180"/>
                <a:ext cx="4258800" cy="10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3632F663-4577-8DE3-55B7-79AA405066F3}"/>
                  </a:ext>
                </a:extLst>
              </p14:cNvPr>
              <p14:cNvContentPartPr/>
              <p14:nvPr/>
            </p14:nvContentPartPr>
            <p14:xfrm>
              <a:off x="3367980" y="3032460"/>
              <a:ext cx="4311360" cy="57852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3632F663-4577-8DE3-55B7-79AA405066F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313980" y="2924460"/>
                <a:ext cx="4419000" cy="79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31320F7B-1052-DED2-9412-54BF76A8F083}"/>
                  </a:ext>
                </a:extLst>
              </p14:cNvPr>
              <p14:cNvContentPartPr/>
              <p14:nvPr/>
            </p14:nvContentPartPr>
            <p14:xfrm>
              <a:off x="7040700" y="3116340"/>
              <a:ext cx="823680" cy="61128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31320F7B-1052-DED2-9412-54BF76A8F08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86700" y="3008340"/>
                <a:ext cx="931320" cy="82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1459C356-9F00-3ECF-CFE3-2C3687137F45}"/>
                  </a:ext>
                </a:extLst>
              </p14:cNvPr>
              <p14:cNvContentPartPr/>
              <p14:nvPr/>
            </p14:nvContentPartPr>
            <p14:xfrm>
              <a:off x="7980660" y="4449780"/>
              <a:ext cx="142560" cy="771120"/>
            </p14:xfrm>
          </p:contentPart>
        </mc:Choice>
        <mc:Fallback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1459C356-9F00-3ECF-CFE3-2C3687137F4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26660" y="4341780"/>
                <a:ext cx="250200" cy="9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98CEBDE7-5FAB-DAA5-B208-72BE36D41966}"/>
                  </a:ext>
                </a:extLst>
              </p14:cNvPr>
              <p14:cNvContentPartPr/>
              <p14:nvPr/>
            </p14:nvContentPartPr>
            <p14:xfrm>
              <a:off x="7806060" y="4224060"/>
              <a:ext cx="570600" cy="33552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98CEBDE7-5FAB-DAA5-B208-72BE36D4196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752420" y="4116060"/>
                <a:ext cx="67824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96852352-FCE2-E9F8-64AE-55B54C8C672E}"/>
                  </a:ext>
                </a:extLst>
              </p14:cNvPr>
              <p14:cNvContentPartPr/>
              <p14:nvPr/>
            </p14:nvContentPartPr>
            <p14:xfrm>
              <a:off x="1960020" y="2521980"/>
              <a:ext cx="1956600" cy="1220400"/>
            </p14:xfrm>
          </p:contentPart>
        </mc:Choice>
        <mc:Fallback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96852352-FCE2-E9F8-64AE-55B54C8C672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906020" y="2413980"/>
                <a:ext cx="2064240" cy="14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C050C004-659C-5A9C-E958-6E85D293713A}"/>
                  </a:ext>
                </a:extLst>
              </p14:cNvPr>
              <p14:cNvContentPartPr/>
              <p14:nvPr/>
            </p14:nvContentPartPr>
            <p14:xfrm>
              <a:off x="4167180" y="4586940"/>
              <a:ext cx="4084200" cy="1805760"/>
            </p14:xfrm>
          </p:contentPart>
        </mc:Choice>
        <mc:Fallback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C050C004-659C-5A9C-E958-6E85D293713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113540" y="4478940"/>
                <a:ext cx="4191840" cy="20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336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FF06DD8-CFB4-B537-74D3-CA4B1F5C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320" y="2072522"/>
            <a:ext cx="5075360" cy="27129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A710E0A6-7172-6DF9-BA65-8871D337D27D}"/>
                  </a:ext>
                </a:extLst>
              </p14:cNvPr>
              <p14:cNvContentPartPr/>
              <p14:nvPr/>
            </p14:nvContentPartPr>
            <p14:xfrm>
              <a:off x="4065970" y="3146645"/>
              <a:ext cx="2189880" cy="7416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A710E0A6-7172-6DF9-BA65-8871D337D2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2330" y="3039005"/>
                <a:ext cx="22975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62A73F76-2AA2-2AAD-4AF3-702A98E8ED35}"/>
                  </a:ext>
                </a:extLst>
              </p14:cNvPr>
              <p14:cNvContentPartPr/>
              <p14:nvPr/>
            </p14:nvContentPartPr>
            <p14:xfrm>
              <a:off x="6001690" y="2023085"/>
              <a:ext cx="1137600" cy="88560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62A73F76-2AA2-2AAD-4AF3-702A98E8E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48050" y="1915085"/>
                <a:ext cx="1245240" cy="11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8D52495E-BC3A-0037-82E8-6377AADF508E}"/>
                  </a:ext>
                </a:extLst>
              </p14:cNvPr>
              <p14:cNvContentPartPr/>
              <p14:nvPr/>
            </p14:nvContentPartPr>
            <p14:xfrm>
              <a:off x="6731050" y="1594685"/>
              <a:ext cx="722160" cy="50652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8D52495E-BC3A-0037-82E8-6377AADF50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77410" y="1487045"/>
                <a:ext cx="829800" cy="72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5DD5A164-3CB4-56D8-CEE1-29B7349F9FBA}"/>
                  </a:ext>
                </a:extLst>
              </p14:cNvPr>
              <p14:cNvContentPartPr/>
              <p14:nvPr/>
            </p14:nvContentPartPr>
            <p14:xfrm>
              <a:off x="7752370" y="123725"/>
              <a:ext cx="889920" cy="12135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5DD5A164-3CB4-56D8-CEE1-29B7349F9F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98730" y="16085"/>
                <a:ext cx="997560" cy="14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DEC7AA4-0EF2-D25D-9F6A-9744C637F699}"/>
                  </a:ext>
                </a:extLst>
              </p14:cNvPr>
              <p14:cNvContentPartPr/>
              <p14:nvPr/>
            </p14:nvContentPartPr>
            <p14:xfrm>
              <a:off x="8676850" y="1777519"/>
              <a:ext cx="360" cy="468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DEC7AA4-0EF2-D25D-9F6A-9744C637F6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23210" y="1669879"/>
                <a:ext cx="1080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7832A619-C1A1-5E59-F6FC-0C8B2D23C65F}"/>
                  </a:ext>
                </a:extLst>
              </p14:cNvPr>
              <p14:cNvContentPartPr/>
              <p14:nvPr/>
            </p14:nvContentPartPr>
            <p14:xfrm>
              <a:off x="2870820" y="1927260"/>
              <a:ext cx="4379400" cy="202176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7832A619-C1A1-5E59-F6FC-0C8B2D23C65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7180" y="1819260"/>
                <a:ext cx="4487040" cy="22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6674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4CEA834-E803-9648-4F44-8F2F7FF6A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575" y="1118865"/>
            <a:ext cx="4648849" cy="46202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333F7046-C173-BED8-69E9-591F459F2638}"/>
                  </a:ext>
                </a:extLst>
              </p14:cNvPr>
              <p14:cNvContentPartPr/>
              <p14:nvPr/>
            </p14:nvContentPartPr>
            <p14:xfrm>
              <a:off x="4134010" y="1361405"/>
              <a:ext cx="1437840" cy="8064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333F7046-C173-BED8-69E9-591F459F26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0010" y="1253405"/>
                <a:ext cx="15454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F5D3AED2-E129-08CC-4AAA-1F9DB89F4E29}"/>
                  </a:ext>
                </a:extLst>
              </p14:cNvPr>
              <p14:cNvContentPartPr/>
              <p14:nvPr/>
            </p14:nvContentPartPr>
            <p14:xfrm>
              <a:off x="4230850" y="4425725"/>
              <a:ext cx="2487960" cy="106992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F5D3AED2-E129-08CC-4AAA-1F9DB89F4E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7210" y="4318085"/>
                <a:ext cx="2595600" cy="12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B38F16A0-164B-30D9-5B63-06B0268E246B}"/>
                  </a:ext>
                </a:extLst>
              </p14:cNvPr>
              <p14:cNvContentPartPr/>
              <p14:nvPr/>
            </p14:nvContentPartPr>
            <p14:xfrm>
              <a:off x="8919850" y="1536365"/>
              <a:ext cx="3071880" cy="426456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B38F16A0-164B-30D9-5B63-06B0268E24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66210" y="1428725"/>
                <a:ext cx="3179520" cy="44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33C40B56-C428-6E71-A233-F7E69B7741E0}"/>
                  </a:ext>
                </a:extLst>
              </p14:cNvPr>
              <p14:cNvContentPartPr/>
              <p14:nvPr/>
            </p14:nvContentPartPr>
            <p14:xfrm>
              <a:off x="9717250" y="717725"/>
              <a:ext cx="1158120" cy="11253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33C40B56-C428-6E71-A233-F7E69B7741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63610" y="609725"/>
                <a:ext cx="1265760" cy="13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3019989F-5230-98F9-08C4-AC21C94F2D50}"/>
                  </a:ext>
                </a:extLst>
              </p14:cNvPr>
              <p14:cNvContentPartPr/>
              <p14:nvPr/>
            </p14:nvContentPartPr>
            <p14:xfrm>
              <a:off x="10817410" y="2462645"/>
              <a:ext cx="113400" cy="16308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3019989F-5230-98F9-08C4-AC21C94F2D5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763770" y="2354645"/>
                <a:ext cx="2210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9089C85A-B426-E4E9-E40A-9A8C288A8225}"/>
                  </a:ext>
                </a:extLst>
              </p14:cNvPr>
              <p14:cNvContentPartPr/>
              <p14:nvPr/>
            </p14:nvContentPartPr>
            <p14:xfrm>
              <a:off x="7086420" y="4041900"/>
              <a:ext cx="1220760" cy="153000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9089C85A-B426-E4E9-E40A-9A8C288A82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32420" y="3934260"/>
                <a:ext cx="1328400" cy="17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4F47B5AB-A872-6CB5-3C4C-35B7FC967BDB}"/>
                  </a:ext>
                </a:extLst>
              </p14:cNvPr>
              <p14:cNvContentPartPr/>
              <p14:nvPr/>
            </p14:nvContentPartPr>
            <p14:xfrm>
              <a:off x="6011820" y="1605780"/>
              <a:ext cx="431280" cy="451800"/>
            </p14:xfrm>
          </p:contentPart>
        </mc:Choice>
        <mc:Fallback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4F47B5AB-A872-6CB5-3C4C-35B7FC967BD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57820" y="1497780"/>
                <a:ext cx="538920" cy="66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4087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ADB013D-C887-98A9-AB97-19BC63BCBD38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Sales </a:t>
            </a:r>
            <a:r>
              <a:rPr lang="de-DE" sz="3200" dirty="0" err="1"/>
              <a:t>Org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008718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0B69130-5F89-8E7E-1D71-FCE3D22D6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970" y="1676155"/>
            <a:ext cx="5268060" cy="35056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5899F11D-BE52-382B-1C73-C36BFC74E1C1}"/>
                  </a:ext>
                </a:extLst>
              </p14:cNvPr>
              <p14:cNvContentPartPr/>
              <p14:nvPr/>
            </p14:nvContentPartPr>
            <p14:xfrm>
              <a:off x="4203130" y="3161045"/>
              <a:ext cx="3093840" cy="109224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5899F11D-BE52-382B-1C73-C36BFC74E1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9130" y="3053405"/>
                <a:ext cx="3201480" cy="13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B5AAF684-50AC-1E90-4621-EA690F77FF4A}"/>
                  </a:ext>
                </a:extLst>
              </p14:cNvPr>
              <p14:cNvContentPartPr/>
              <p14:nvPr/>
            </p14:nvContentPartPr>
            <p14:xfrm>
              <a:off x="9192010" y="2535005"/>
              <a:ext cx="1650960" cy="160956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B5AAF684-50AC-1E90-4621-EA690F77FF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8370" y="2427005"/>
                <a:ext cx="1758600" cy="18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0263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778BE6B-BF74-44B4-9E50-36425B94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663"/>
            <a:ext cx="12192000" cy="50366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0756317E-0724-8A4C-137F-CEB202101F40}"/>
                  </a:ext>
                </a:extLst>
              </p14:cNvPr>
              <p14:cNvContentPartPr/>
              <p14:nvPr/>
            </p14:nvContentPartPr>
            <p14:xfrm>
              <a:off x="712930" y="682445"/>
              <a:ext cx="1684080" cy="58392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0756317E-0724-8A4C-137F-CEB202101F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930" y="574805"/>
                <a:ext cx="179172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BA470AE3-8DE0-D9C3-06CA-5CA886EE2FCA}"/>
                  </a:ext>
                </a:extLst>
              </p14:cNvPr>
              <p14:cNvContentPartPr/>
              <p14:nvPr/>
            </p14:nvContentPartPr>
            <p14:xfrm>
              <a:off x="213970" y="5416445"/>
              <a:ext cx="1476720" cy="435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BA470AE3-8DE0-D9C3-06CA-5CA886EE2F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970" y="5308805"/>
                <a:ext cx="15843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AEA97FF-9E6F-3179-1E72-5FF203560C66}"/>
                  </a:ext>
                </a:extLst>
              </p14:cNvPr>
              <p14:cNvContentPartPr/>
              <p14:nvPr/>
            </p14:nvContentPartPr>
            <p14:xfrm>
              <a:off x="282010" y="4855205"/>
              <a:ext cx="1374120" cy="864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AEA97FF-9E6F-3179-1E72-5FF203560C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010" y="4747205"/>
                <a:ext cx="14817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BFB16AF0-67B8-9D09-E7DD-28C92A973EC7}"/>
                  </a:ext>
                </a:extLst>
              </p14:cNvPr>
              <p14:cNvContentPartPr/>
              <p14:nvPr/>
            </p14:nvContentPartPr>
            <p14:xfrm>
              <a:off x="252490" y="4552085"/>
              <a:ext cx="1562040" cy="21600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BFB16AF0-67B8-9D09-E7DD-28C92A973E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8490" y="4444445"/>
                <a:ext cx="16696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1E644135-3D61-B3FA-32A3-8EF7AAB36302}"/>
                  </a:ext>
                </a:extLst>
              </p14:cNvPr>
              <p14:cNvContentPartPr/>
              <p14:nvPr/>
            </p14:nvContentPartPr>
            <p14:xfrm>
              <a:off x="2431570" y="4736405"/>
              <a:ext cx="1224360" cy="60552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1E644135-3D61-B3FA-32A3-8EF7AAB363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77930" y="4628405"/>
                <a:ext cx="1332000" cy="8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4882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0ECDD5F-9954-D405-C6E3-B305E4A6E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35" y="677941"/>
            <a:ext cx="11187129" cy="55021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20750F72-0AAE-94B2-6484-86744B41593B}"/>
                  </a:ext>
                </a:extLst>
              </p14:cNvPr>
              <p14:cNvContentPartPr/>
              <p14:nvPr/>
            </p14:nvContentPartPr>
            <p14:xfrm>
              <a:off x="2937370" y="638165"/>
              <a:ext cx="291960" cy="28980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20750F72-0AAE-94B2-6484-86744B4159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3370" y="530165"/>
                <a:ext cx="3996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8FECB865-8A0E-2AAC-DDFD-49D6AADFADC7}"/>
                  </a:ext>
                </a:extLst>
              </p14:cNvPr>
              <p14:cNvContentPartPr/>
              <p14:nvPr/>
            </p14:nvContentPartPr>
            <p14:xfrm>
              <a:off x="3089290" y="2714645"/>
              <a:ext cx="318960" cy="28476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8FECB865-8A0E-2AAC-DDFD-49D6AADFAD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5650" y="2606645"/>
                <a:ext cx="42660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D4D3B203-950F-8D15-D3B7-36E393E92E22}"/>
                  </a:ext>
                </a:extLst>
              </p14:cNvPr>
              <p14:cNvContentPartPr/>
              <p14:nvPr/>
            </p14:nvContentPartPr>
            <p14:xfrm>
              <a:off x="2470450" y="5774645"/>
              <a:ext cx="1420920" cy="18324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D4D3B203-950F-8D15-D3B7-36E393E92E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6450" y="5666645"/>
                <a:ext cx="1528560" cy="3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348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ADB013D-C887-98A9-AB97-19BC63BCBD38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Material Group</a:t>
            </a:r>
          </a:p>
        </p:txBody>
      </p:sp>
    </p:spTree>
    <p:extLst>
      <p:ext uri="{BB962C8B-B14F-4D97-AF65-F5344CB8AC3E}">
        <p14:creationId xmlns:p14="http://schemas.microsoft.com/office/powerpoint/2010/main" val="1824576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B3F2218-6DAA-795C-53EF-FE356227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52" y="2068712"/>
            <a:ext cx="4092295" cy="27205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F0703A72-EFC0-F5D8-F1DB-B19952B3F088}"/>
                  </a:ext>
                </a:extLst>
              </p14:cNvPr>
              <p14:cNvContentPartPr/>
              <p14:nvPr/>
            </p14:nvContentPartPr>
            <p14:xfrm>
              <a:off x="9017050" y="2575685"/>
              <a:ext cx="1674720" cy="83916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F0703A72-EFC0-F5D8-F1DB-B19952B3F0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63050" y="2468045"/>
                <a:ext cx="1782360" cy="105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6231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DED09EB-5064-765F-1FD3-EA77092A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651269"/>
            <a:ext cx="11179509" cy="55554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D2DFFA45-557F-5C86-7AEE-0F9AAA17A4E1}"/>
                  </a:ext>
                </a:extLst>
              </p14:cNvPr>
              <p14:cNvContentPartPr/>
              <p14:nvPr/>
            </p14:nvContentPartPr>
            <p14:xfrm>
              <a:off x="2908210" y="891245"/>
              <a:ext cx="493200" cy="25668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D2DFFA45-557F-5C86-7AEE-0F9AAA17A4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4570" y="783245"/>
                <a:ext cx="60084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C15860FA-E6A6-BDBC-3FA1-BB61145B8949}"/>
                  </a:ext>
                </a:extLst>
              </p14:cNvPr>
              <p14:cNvContentPartPr/>
              <p14:nvPr/>
            </p14:nvContentPartPr>
            <p14:xfrm>
              <a:off x="3823690" y="2878805"/>
              <a:ext cx="653400" cy="37260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C15860FA-E6A6-BDBC-3FA1-BB61145B89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0050" y="2771165"/>
                <a:ext cx="76104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1CF23BB3-0D94-8587-42DC-3C3DE3D7D743}"/>
                  </a:ext>
                </a:extLst>
              </p14:cNvPr>
              <p14:cNvContentPartPr/>
              <p14:nvPr/>
            </p14:nvContentPartPr>
            <p14:xfrm>
              <a:off x="4697770" y="4435445"/>
              <a:ext cx="772200" cy="16524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1CF23BB3-0D94-8587-42DC-3C3DE3D7D7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44130" y="4327805"/>
                <a:ext cx="87984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4E498EBF-2D1E-9EF5-1374-14CE8CDFEBC2}"/>
                  </a:ext>
                </a:extLst>
              </p14:cNvPr>
              <p14:cNvContentPartPr/>
              <p14:nvPr/>
            </p14:nvContentPartPr>
            <p14:xfrm>
              <a:off x="10194250" y="6183965"/>
              <a:ext cx="347040" cy="2649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4E498EBF-2D1E-9EF5-1374-14CE8CDFEB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40610" y="6075965"/>
                <a:ext cx="45468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B414F52-288E-7336-B680-146FC2A64402}"/>
                  </a:ext>
                </a:extLst>
              </p14:cNvPr>
              <p14:cNvContentPartPr/>
              <p14:nvPr/>
            </p14:nvContentPartPr>
            <p14:xfrm>
              <a:off x="4124290" y="5894525"/>
              <a:ext cx="313200" cy="1011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B414F52-288E-7336-B680-146FC2A644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70650" y="5786885"/>
                <a:ext cx="420840" cy="31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759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DC4B4C0-5156-B490-0DB4-FD3E7AA5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304"/>
            <a:ext cx="12192000" cy="59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87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EDF0538-A556-553B-A6A3-607397609D63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Payment Term</a:t>
            </a:r>
          </a:p>
        </p:txBody>
      </p:sp>
    </p:spTree>
    <p:extLst>
      <p:ext uri="{BB962C8B-B14F-4D97-AF65-F5344CB8AC3E}">
        <p14:creationId xmlns:p14="http://schemas.microsoft.com/office/powerpoint/2010/main" val="24789851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7FF0274-E16A-8C3B-5235-85A3B64D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00" y="2278280"/>
            <a:ext cx="3909399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58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1EC6FDD-FE1A-3FE8-42C0-4DC3A5749B27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Payment Term Details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046F27DC-429D-36BF-3C9D-B56EDE783C38}"/>
                  </a:ext>
                </a:extLst>
              </p14:cNvPr>
              <p14:cNvContentPartPr/>
              <p14:nvPr/>
            </p14:nvContentPartPr>
            <p14:xfrm>
              <a:off x="3748860" y="2879460"/>
              <a:ext cx="3259080" cy="66528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046F27DC-429D-36BF-3C9D-B56EDE783C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4860" y="2771460"/>
                <a:ext cx="3366720" cy="88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64806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9136A9C-7311-50BA-B6E2-04E074477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197" y="2072522"/>
            <a:ext cx="3985605" cy="27129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3D4CB4D1-BAC1-BFD7-A16F-49AFF9E42567}"/>
                  </a:ext>
                </a:extLst>
              </p14:cNvPr>
              <p14:cNvContentPartPr/>
              <p14:nvPr/>
            </p14:nvContentPartPr>
            <p14:xfrm>
              <a:off x="9522850" y="3277685"/>
              <a:ext cx="1035720" cy="75888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3D4CB4D1-BAC1-BFD7-A16F-49AFF9E425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69210" y="3170045"/>
                <a:ext cx="1143360" cy="9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0321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3EE6580-3231-E690-CD25-3EEF81E68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1936"/>
            <a:ext cx="12192000" cy="47341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Freihand 1">
                <a:extLst>
                  <a:ext uri="{FF2B5EF4-FFF2-40B4-BE49-F238E27FC236}">
                    <a16:creationId xmlns:a16="http://schemas.microsoft.com/office/drawing/2014/main" id="{D5CEC39B-CC4B-DEBA-2A4D-49F9E64B66AC}"/>
                  </a:ext>
                </a:extLst>
              </p14:cNvPr>
              <p14:cNvContentPartPr/>
              <p14:nvPr/>
            </p14:nvContentPartPr>
            <p14:xfrm>
              <a:off x="3997570" y="1594685"/>
              <a:ext cx="1492200" cy="4344120"/>
            </p14:xfrm>
          </p:contentPart>
        </mc:Choice>
        <mc:Fallback xmlns="">
          <p:pic>
            <p:nvPicPr>
              <p:cNvPr id="2" name="Freihand 1">
                <a:extLst>
                  <a:ext uri="{FF2B5EF4-FFF2-40B4-BE49-F238E27FC236}">
                    <a16:creationId xmlns:a16="http://schemas.microsoft.com/office/drawing/2014/main" id="{D5CEC39B-CC4B-DEBA-2A4D-49F9E64B66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43570" y="1487045"/>
                <a:ext cx="1599840" cy="45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7BA2A40B-D2FF-762D-BA4F-91E7C620638D}"/>
                  </a:ext>
                </a:extLst>
              </p14:cNvPr>
              <p14:cNvContentPartPr/>
              <p14:nvPr/>
            </p14:nvContentPartPr>
            <p14:xfrm>
              <a:off x="10515010" y="2334485"/>
              <a:ext cx="1769760" cy="372744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7BA2A40B-D2FF-762D-BA4F-91E7C62063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61370" y="2226485"/>
                <a:ext cx="1877400" cy="39430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5AD75A9A-3B71-7310-40A7-47A3EC878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149" y="3512223"/>
            <a:ext cx="7629728" cy="3166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D89D179-FC1D-FDC1-6C11-6DC03C8FDD75}"/>
                  </a:ext>
                </a:extLst>
              </p14:cNvPr>
              <p14:cNvContentPartPr/>
              <p14:nvPr/>
            </p14:nvContentPartPr>
            <p14:xfrm>
              <a:off x="2081650" y="4941605"/>
              <a:ext cx="2685600" cy="55764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D89D179-FC1D-FDC1-6C11-6DC03C8FDD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27650" y="4833605"/>
                <a:ext cx="2793240" cy="77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B731BEC5-D5A7-F2A5-E59F-60D32576C00B}"/>
                  </a:ext>
                </a:extLst>
              </p14:cNvPr>
              <p14:cNvContentPartPr/>
              <p14:nvPr/>
            </p14:nvContentPartPr>
            <p14:xfrm>
              <a:off x="3880930" y="4659365"/>
              <a:ext cx="1214640" cy="2408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B731BEC5-D5A7-F2A5-E59F-60D32576C0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26930" y="4551365"/>
                <a:ext cx="1322280" cy="45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0478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F792E00-F30E-537B-1C87-A5CE610C9341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Valuation</a:t>
            </a:r>
            <a:r>
              <a:rPr lang="de-DE" sz="3200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868586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65BC495-F215-820D-27ED-6895C264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904" y="2369728"/>
            <a:ext cx="4054191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22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EDFB634-0CD7-5F20-4E80-F9D1D34E6903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Scope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Planning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1086512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F24AB96-D7C2-0333-C1DB-0B78B9C99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00" y="2106815"/>
            <a:ext cx="3909399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37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B9EEEF6-C423-7A57-BC15-35EEBBEFDC91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Personnel</a:t>
            </a:r>
            <a:r>
              <a:rPr lang="de-DE" sz="3200" dirty="0"/>
              <a:t> Area</a:t>
            </a:r>
          </a:p>
        </p:txBody>
      </p:sp>
    </p:spTree>
    <p:extLst>
      <p:ext uri="{BB962C8B-B14F-4D97-AF65-F5344CB8AC3E}">
        <p14:creationId xmlns:p14="http://schemas.microsoft.com/office/powerpoint/2010/main" val="3343542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F4B95B2-C936-9F3B-C06F-F5F2A7A5E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52" y="2301142"/>
            <a:ext cx="4092295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539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51293AC-438D-C02E-6855-087AE3286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21" y="2868881"/>
            <a:ext cx="4115157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94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EFB3211-EC53-994B-BF04-E88AD40C70B5}"/>
              </a:ext>
            </a:extLst>
          </p:cNvPr>
          <p:cNvSpPr txBox="1"/>
          <p:nvPr/>
        </p:nvSpPr>
        <p:spPr>
          <a:xfrm>
            <a:off x="3579779" y="2937753"/>
            <a:ext cx="402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Unit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Measure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967872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CD75EDD-CD8F-EE24-FAA4-7F3C0148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059" y="1977264"/>
            <a:ext cx="3939881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805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7442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6786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377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441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177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Breitbild</PresentationFormat>
  <Paragraphs>15</Paragraphs>
  <Slides>59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Boettcher</dc:creator>
  <cp:lastModifiedBy>Michael Boettcher</cp:lastModifiedBy>
  <cp:revision>19</cp:revision>
  <dcterms:created xsi:type="dcterms:W3CDTF">2024-09-11T11:50:43Z</dcterms:created>
  <dcterms:modified xsi:type="dcterms:W3CDTF">2024-09-23T11:27:13Z</dcterms:modified>
</cp:coreProperties>
</file>