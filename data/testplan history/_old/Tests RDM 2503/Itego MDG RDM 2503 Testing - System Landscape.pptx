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D0514-4241-858C-0151-1AE4D783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531653-050F-7B56-4C81-637AB3E3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86733-B7A9-99D8-DA32-5FD2AF08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9A800A-7DD4-2849-51BD-B6CB11F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9298A-8F1D-B567-F735-F6E91C5A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141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570C0-4E3D-4972-39BE-44D0256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391632-12FF-8C64-9CC2-94DD7C74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5BCB75-4159-7A67-8B56-35DBFCED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FAB7FA-7853-E3FD-4ADF-24811829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FEB1D-1A6E-97B8-A65F-CF234ECB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39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CE583-7D8C-13BD-8CF5-CDA2D412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B971F-25D5-7AC5-1863-7319B9037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660744-C6A2-A340-971E-8C01A82E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1ACDF-F2F4-F2C4-3732-36905A12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F87619-AAE5-84DF-B74B-230A2A41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30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9448A-F3D6-8CA9-90B5-7A482249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7C8D9-EC01-891E-E680-9FC8E5D8A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D359C7-E046-DF8C-CA5F-338CFC493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3B85BD-7DB8-7D5B-FCFA-4EFD2D10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C94009-4729-E598-30B9-2D0B143A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F07605-EB47-B73F-A1F9-31F4CE22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7B8AD-A4BC-CA63-D70A-7401FBBB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9384FB-C044-327E-698D-C331FCD4A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BE35E4-22DF-B0FE-9BAD-0FA020D2F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90D21C-BAC9-6AF8-6417-264D8B0F2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3BB965-E222-310A-A8D8-95982D90D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F3332E-2F3C-3ED3-91F7-BD0530B1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9BF393-F9C6-6154-014D-FE6E4131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B8603B-CA91-5531-5988-F03FD7DE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82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A49BD-5FEE-29FB-D8AB-59A23D13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E6B485-E1B7-E3F2-1D71-EE8AE5E3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E060ED-9F96-94F4-5E9F-207D3F8F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D893E-FE94-F199-8099-8861228D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08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44CF54-0578-2250-26DC-BE05E876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3DDC22-C938-0E4B-5C86-579834F1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CA574B-A845-98F8-5B44-EE1099D5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7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70558-9D25-5BE3-41AE-A0CD2783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B53086-E971-92A1-9F5A-663B28AC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29A9F6-00FD-0EBC-6B35-A07FAFD70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711AE-D142-EFA2-A882-3A9DB0A3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F8AAE6-4B57-2FA9-5B69-763A4399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B5905A-DBD7-9657-F0FF-446E0FF8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45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071631-52E7-2991-3765-518E066E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25E55D-E924-DF1C-F344-AC4066173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7EF807-9F23-D81E-59C2-EF28DDAE2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431FC7-B917-7AA6-7A07-3A31947B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0FE101-8FFC-A428-1258-20298939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EC026-D938-788D-BA06-DBA58AB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21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628EF-C8F1-B00F-5B5D-FF9F711B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B42E63-BE71-85AA-F239-3F3CC67BF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570BD2-B87C-B08B-2272-02CE3F49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98C036-E250-DF69-758A-8A6B0967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897D5-7270-63B0-EAC5-FA24D24E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91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445763-E61A-E2D3-9229-0C854FBA1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F839480-0A1A-3E3A-BA26-3860DA986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81EA9-EC60-BC28-A68A-A1D5507C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F81C1-3BD7-1B75-B0F4-C29D12A3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F33993-20A5-452C-8CA8-7568DA4E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87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B8822-2E6C-4EE3-2CD1-6CEC7561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4E589F-D221-796F-8103-8EBE0A80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E25949-E7E8-6855-D986-ADFC0A94E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4774A-0476-4181-9990-28F8CFCCD8AB}" type="datetimeFigureOut">
              <a:rPr lang="de-DE" smtClean="0"/>
              <a:t>14.01.2025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4AB1BB-B8FD-7176-9620-E7FB6AD9F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15171-64D5-0E87-F372-570686F3B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41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655336" y="58590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</a:t>
            </a:r>
            <a:r>
              <a:rPr lang="de-DE" dirty="0">
                <a:solidFill>
                  <a:schemeClr val="bg1"/>
                </a:solidFill>
              </a:rPr>
              <a:t>1</a:t>
            </a:r>
            <a:r>
              <a:rPr lang="de-DE" dirty="0"/>
              <a:t>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08F545-567F-5C95-BA71-4E6784655730}"/>
              </a:ext>
            </a:extLst>
          </p:cNvPr>
          <p:cNvSpPr/>
          <p:nvPr/>
        </p:nvSpPr>
        <p:spPr>
          <a:xfrm>
            <a:off x="5655948" y="2604371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IR1 - 200 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S/4 2021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78E604-9917-B7F5-E1CD-46907D58FFDE}"/>
              </a:ext>
            </a:extLst>
          </p:cNvPr>
          <p:cNvSpPr/>
          <p:nvPr/>
        </p:nvSpPr>
        <p:spPr>
          <a:xfrm>
            <a:off x="5655948" y="410020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IR2 - 200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ERP 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5655948" y="5596047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 – </a:t>
            </a:r>
            <a:r>
              <a:rPr lang="de-DE" sz="1600" dirty="0"/>
              <a:t>100/400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602D1AE-2199-E822-6CC6-3A47DB49957D}"/>
              </a:ext>
            </a:extLst>
          </p:cNvPr>
          <p:cNvSpPr/>
          <p:nvPr/>
        </p:nvSpPr>
        <p:spPr>
          <a:xfrm>
            <a:off x="1629287" y="15235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RDM2503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26495E-919E-A721-D5C6-47FA53B42920}"/>
              </a:ext>
            </a:extLst>
          </p:cNvPr>
          <p:cNvSpPr/>
          <p:nvPr/>
        </p:nvSpPr>
        <p:spPr>
          <a:xfrm>
            <a:off x="6166572" y="2303719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RDM2503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1F40C9-6A26-1D44-3DC2-AF383D24854E}"/>
              </a:ext>
            </a:extLst>
          </p:cNvPr>
          <p:cNvSpPr/>
          <p:nvPr/>
        </p:nvSpPr>
        <p:spPr>
          <a:xfrm>
            <a:off x="6137002" y="3775838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RDM2503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1AD0C1B-001F-7333-85E8-2A5FD69540B3}"/>
              </a:ext>
            </a:extLst>
          </p:cNvPr>
          <p:cNvSpPr/>
          <p:nvPr/>
        </p:nvSpPr>
        <p:spPr>
          <a:xfrm>
            <a:off x="6166572" y="5295395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241948D-8FC8-F80A-44D2-57FC32EF0230}"/>
              </a:ext>
            </a:extLst>
          </p:cNvPr>
          <p:cNvSpPr/>
          <p:nvPr/>
        </p:nvSpPr>
        <p:spPr>
          <a:xfrm>
            <a:off x="5655948" y="101987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</a:t>
            </a:r>
            <a:r>
              <a:rPr lang="de-DE" dirty="0">
                <a:solidFill>
                  <a:schemeClr val="bg1"/>
                </a:solidFill>
              </a:rPr>
              <a:t>1</a:t>
            </a:r>
            <a:r>
              <a:rPr lang="de-DE" dirty="0"/>
              <a:t> - 400 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AC445FC-D7BF-7139-534F-8E3D9DEA9B63}"/>
              </a:ext>
            </a:extLst>
          </p:cNvPr>
          <p:cNvSpPr/>
          <p:nvPr/>
        </p:nvSpPr>
        <p:spPr>
          <a:xfrm>
            <a:off x="6165796" y="7346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RDM2503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2362838" y="1043107"/>
            <a:ext cx="3293110" cy="4339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7CDD2157-B5E4-8F6E-16AF-0D29014A78D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362838" y="1043107"/>
            <a:ext cx="3293110" cy="20184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52DCB510-D1CA-2E43-2839-904FC5AF7AD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62838" y="1043107"/>
            <a:ext cx="3293110" cy="3514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4FC2BE3A-E8AF-933F-A9AF-309813BEFED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362838" y="1043107"/>
            <a:ext cx="3293110" cy="5010140"/>
          </a:xfrm>
          <a:prstGeom prst="bentConnector3">
            <a:avLst>
              <a:gd name="adj1" fmla="val 32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B82A3A9A-153A-2D67-08A9-843091EA4AB8}"/>
              </a:ext>
            </a:extLst>
          </p:cNvPr>
          <p:cNvCxnSpPr>
            <a:cxnSpLocks/>
            <a:stCxn id="8" idx="3"/>
            <a:endCxn id="14" idx="3"/>
          </p:cNvCxnSpPr>
          <p:nvPr/>
        </p:nvCxnSpPr>
        <p:spPr>
          <a:xfrm flipH="1" flipV="1">
            <a:off x="7363450" y="1477077"/>
            <a:ext cx="1" cy="4576170"/>
          </a:xfrm>
          <a:prstGeom prst="bent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F0DA6CF8-E78B-45B4-87C9-E056A451D0B3}"/>
              </a:ext>
            </a:extLst>
          </p:cNvPr>
          <p:cNvSpPr txBox="1"/>
          <p:nvPr/>
        </p:nvSpPr>
        <p:spPr>
          <a:xfrm>
            <a:off x="4179627" y="112928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(ALE)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16F97AE-6D73-5B73-E188-FFE4C950C5B9}"/>
              </a:ext>
            </a:extLst>
          </p:cNvPr>
          <p:cNvSpPr txBox="1"/>
          <p:nvPr/>
        </p:nvSpPr>
        <p:spPr>
          <a:xfrm>
            <a:off x="4179627" y="279545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2022-&gt;2021 (ALE)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1CC8D7D-552E-3819-D9AF-B2875FD0B26A}"/>
              </a:ext>
            </a:extLst>
          </p:cNvPr>
          <p:cNvSpPr txBox="1"/>
          <p:nvPr/>
        </p:nvSpPr>
        <p:spPr>
          <a:xfrm>
            <a:off x="4169291" y="431349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2022-&gt;ERP (ALE)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4179625" y="5644644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 2023</a:t>
            </a:r>
            <a:r>
              <a:rPr lang="de-DE" sz="1100"/>
              <a:t>/RDM2407</a:t>
            </a:r>
            <a:endParaRPr lang="de-DE" sz="11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2D8490E-D166-E0A2-C21E-1B67AEEAB2B4}"/>
              </a:ext>
            </a:extLst>
          </p:cNvPr>
          <p:cNvSpPr txBox="1"/>
          <p:nvPr/>
        </p:nvSpPr>
        <p:spPr>
          <a:xfrm>
            <a:off x="7777159" y="4444296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2023/RDM2311</a:t>
            </a:r>
          </a:p>
          <a:p>
            <a:r>
              <a:rPr lang="de-DE" sz="1100" dirty="0"/>
              <a:t>-&gt; 2021/RDM2404</a:t>
            </a: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7D31C085-0C97-30DE-E41D-BB3F663DB4BF}"/>
              </a:ext>
            </a:extLst>
          </p:cNvPr>
          <p:cNvCxnSpPr>
            <a:cxnSpLocks/>
            <a:stCxn id="5" idx="0"/>
            <a:endCxn id="14" idx="1"/>
          </p:cNvCxnSpPr>
          <p:nvPr/>
        </p:nvCxnSpPr>
        <p:spPr>
          <a:xfrm rot="16200000" flipH="1">
            <a:off x="3136932" y="-1041938"/>
            <a:ext cx="891170" cy="4146861"/>
          </a:xfrm>
          <a:prstGeom prst="bentConnector4">
            <a:avLst>
              <a:gd name="adj1" fmla="val -25652"/>
              <a:gd name="adj2" fmla="val 9360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FF2F1F05-37FB-F87D-9FE7-789C632B4EC4}"/>
              </a:ext>
            </a:extLst>
          </p:cNvPr>
          <p:cNvSpPr txBox="1"/>
          <p:nvPr/>
        </p:nvSpPr>
        <p:spPr>
          <a:xfrm>
            <a:off x="2826165" y="107075"/>
            <a:ext cx="2366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</a:t>
            </a:r>
            <a:r>
              <a:rPr lang="de-DE" sz="1100" dirty="0" err="1"/>
              <a:t>WebService</a:t>
            </a:r>
            <a:r>
              <a:rPr lang="de-DE" sz="1100" dirty="0"/>
              <a:t>)</a:t>
            </a:r>
          </a:p>
        </p:txBody>
      </p:sp>
      <p:cxnSp>
        <p:nvCxnSpPr>
          <p:cNvPr id="2" name="Verbinder: gewinkelt 1">
            <a:extLst>
              <a:ext uri="{FF2B5EF4-FFF2-40B4-BE49-F238E27FC236}">
                <a16:creationId xmlns:a16="http://schemas.microsoft.com/office/drawing/2014/main" id="{53D8DBBB-E404-AC61-C067-2CA896606336}"/>
              </a:ext>
            </a:extLst>
          </p:cNvPr>
          <p:cNvCxnSpPr>
            <a:cxnSpLocks/>
            <a:stCxn id="5" idx="2"/>
            <a:endCxn id="5" idx="1"/>
          </p:cNvCxnSpPr>
          <p:nvPr/>
        </p:nvCxnSpPr>
        <p:spPr>
          <a:xfrm rot="5400000" flipH="1">
            <a:off x="853612" y="844832"/>
            <a:ext cx="457200" cy="853751"/>
          </a:xfrm>
          <a:prstGeom prst="bentConnector4">
            <a:avLst>
              <a:gd name="adj1" fmla="val -50000"/>
              <a:gd name="adj2" fmla="val 1267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411C8977-B055-058B-5C69-0B39339FD4F5}"/>
              </a:ext>
            </a:extLst>
          </p:cNvPr>
          <p:cNvSpPr txBox="1"/>
          <p:nvPr/>
        </p:nvSpPr>
        <p:spPr>
          <a:xfrm>
            <a:off x="472237" y="1694300"/>
            <a:ext cx="11172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New</a:t>
            </a:r>
          </a:p>
          <a:p>
            <a:r>
              <a:rPr lang="de-DE" sz="1100" dirty="0" err="1">
                <a:solidFill>
                  <a:srgbClr val="FF0000"/>
                </a:solidFill>
              </a:rPr>
              <a:t>Direct</a:t>
            </a:r>
            <a:r>
              <a:rPr lang="de-DE" sz="1100" dirty="0">
                <a:solidFill>
                  <a:srgbClr val="FF0000"/>
                </a:solidFill>
              </a:rPr>
              <a:t> Update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E2EA438-6F23-64B2-61CA-7ADD1380FC9A}"/>
              </a:ext>
            </a:extLst>
          </p:cNvPr>
          <p:cNvSpPr/>
          <p:nvPr/>
        </p:nvSpPr>
        <p:spPr>
          <a:xfrm>
            <a:off x="9154663" y="2437232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 – </a:t>
            </a:r>
            <a:r>
              <a:rPr lang="de-DE" sz="1600" dirty="0"/>
              <a:t>100/400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9B98A96-1135-D298-B003-AA2AA6785693}"/>
              </a:ext>
            </a:extLst>
          </p:cNvPr>
          <p:cNvSpPr txBox="1"/>
          <p:nvPr/>
        </p:nvSpPr>
        <p:spPr>
          <a:xfrm>
            <a:off x="9515167" y="343210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highlight>
                  <a:srgbClr val="FFFF00"/>
                </a:highlight>
              </a:rPr>
              <a:t>SmokeTests</a:t>
            </a:r>
            <a:endParaRPr lang="de-DE" sz="1100" dirty="0">
              <a:highlight>
                <a:srgbClr val="FFFF00"/>
              </a:highlight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80E3EDB-51E8-DE20-D18B-D42696F37247}"/>
              </a:ext>
            </a:extLst>
          </p:cNvPr>
          <p:cNvSpPr/>
          <p:nvPr/>
        </p:nvSpPr>
        <p:spPr>
          <a:xfrm>
            <a:off x="8717877" y="60913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IG1 - 200 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4013CD2-25FE-5BF8-4C4F-69613EAB001A}"/>
              </a:ext>
            </a:extLst>
          </p:cNvPr>
          <p:cNvSpPr/>
          <p:nvPr/>
        </p:nvSpPr>
        <p:spPr>
          <a:xfrm>
            <a:off x="9228501" y="29835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GTS RDM2503</a:t>
            </a:r>
          </a:p>
        </p:txBody>
      </p:sp>
    </p:spTree>
    <p:extLst>
      <p:ext uri="{BB962C8B-B14F-4D97-AF65-F5344CB8AC3E}">
        <p14:creationId xmlns:p14="http://schemas.microsoft.com/office/powerpoint/2010/main" val="366702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976349" y="121088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6262929" y="1595139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83851" y="1668089"/>
            <a:ext cx="3579078" cy="384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3083667" y="1370004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Transports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4F4DF6-7C61-9771-D81D-4B59948A4FD6}"/>
              </a:ext>
            </a:extLst>
          </p:cNvPr>
          <p:cNvSpPr txBox="1"/>
          <p:nvPr/>
        </p:nvSpPr>
        <p:spPr>
          <a:xfrm>
            <a:off x="1114536" y="2154275"/>
            <a:ext cx="19691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Enhanced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  <a:p>
            <a:r>
              <a:rPr lang="de-DE" sz="1100" dirty="0">
                <a:solidFill>
                  <a:srgbClr val="FF0000"/>
                </a:solidFill>
              </a:rPr>
              <a:t>New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6613865-F897-4F70-11F5-97209A79B3B3}"/>
              </a:ext>
            </a:extLst>
          </p:cNvPr>
          <p:cNvSpPr txBox="1"/>
          <p:nvPr/>
        </p:nvSpPr>
        <p:spPr>
          <a:xfrm>
            <a:off x="3706237" y="253445"/>
            <a:ext cx="236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Enhancement Test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D7C4EEF-903E-056A-5B7B-8B58FA45FDF6}"/>
              </a:ext>
            </a:extLst>
          </p:cNvPr>
          <p:cNvSpPr/>
          <p:nvPr/>
        </p:nvSpPr>
        <p:spPr>
          <a:xfrm>
            <a:off x="6765011" y="1262501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RDM2407 - </a:t>
            </a:r>
            <a:r>
              <a:rPr lang="de-DE" sz="1050" dirty="0" err="1">
                <a:solidFill>
                  <a:schemeClr val="tx1"/>
                </a:solidFill>
              </a:rPr>
              <a:t>Prod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12D7D3F-547F-DB0A-8C7D-A9BB191AE0B8}"/>
              </a:ext>
            </a:extLst>
          </p:cNvPr>
          <p:cNvSpPr txBox="1"/>
          <p:nvPr/>
        </p:nvSpPr>
        <p:spPr>
          <a:xfrm>
            <a:off x="6378884" y="2585162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</a:t>
            </a:r>
            <a:r>
              <a:rPr lang="de-DE" sz="1100" dirty="0" err="1">
                <a:solidFill>
                  <a:srgbClr val="FF0000"/>
                </a:solidFill>
              </a:rPr>
              <a:t>locked</a:t>
            </a:r>
            <a:endParaRPr lang="de-DE" sz="1100" dirty="0">
              <a:solidFill>
                <a:srgbClr val="FF0000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A8AB1C0-D0D0-7544-959F-AD48683207BE}"/>
              </a:ext>
            </a:extLst>
          </p:cNvPr>
          <p:cNvSpPr txBox="1"/>
          <p:nvPr/>
        </p:nvSpPr>
        <p:spPr>
          <a:xfrm>
            <a:off x="1122190" y="2799566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open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EAEFAA0-9602-432D-DC1D-15D806DC562C}"/>
              </a:ext>
            </a:extLst>
          </p:cNvPr>
          <p:cNvSpPr/>
          <p:nvPr/>
        </p:nvSpPr>
        <p:spPr>
          <a:xfrm>
            <a:off x="1484057" y="9102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RDM2503 - Dev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6573468-699F-168D-99A2-EDAA8A05BE80}"/>
              </a:ext>
            </a:extLst>
          </p:cNvPr>
          <p:cNvSpPr txBox="1"/>
          <p:nvPr/>
        </p:nvSpPr>
        <p:spPr>
          <a:xfrm>
            <a:off x="2301181" y="4173721"/>
            <a:ext cx="46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(via „real“ Upgrade)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4E5A27A-C98C-AAE6-8F6F-DA47AF1551D1}"/>
              </a:ext>
            </a:extLst>
          </p:cNvPr>
          <p:cNvCxnSpPr/>
          <p:nvPr/>
        </p:nvCxnSpPr>
        <p:spPr>
          <a:xfrm flipH="1" flipV="1">
            <a:off x="2568102" y="2582489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E638110-13B9-9C16-2E41-2804F06DE8D6}"/>
              </a:ext>
            </a:extLst>
          </p:cNvPr>
          <p:cNvSpPr txBox="1"/>
          <p:nvPr/>
        </p:nvSpPr>
        <p:spPr>
          <a:xfrm>
            <a:off x="8056713" y="4183844"/>
            <a:ext cx="2916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completeness</a:t>
            </a:r>
            <a:r>
              <a:rPr lang="de-DE" dirty="0"/>
              <a:t> – incl. </a:t>
            </a:r>
            <a:r>
              <a:rPr lang="de-DE" dirty="0" err="1"/>
              <a:t>Structures</a:t>
            </a:r>
            <a:r>
              <a:rPr lang="de-DE" dirty="0"/>
              <a:t> and </a:t>
            </a:r>
            <a:r>
              <a:rPr lang="de-DE" dirty="0" err="1"/>
              <a:t>relating</a:t>
            </a:r>
            <a:r>
              <a:rPr lang="de-DE" dirty="0"/>
              <a:t> TADIR </a:t>
            </a:r>
            <a:r>
              <a:rPr lang="de-DE" dirty="0" err="1"/>
              <a:t>entries</a:t>
            </a:r>
            <a:r>
              <a:rPr lang="de-DE" dirty="0"/>
              <a:t>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791DFB4-D0C9-D982-2FA3-2B76073582DB}"/>
              </a:ext>
            </a:extLst>
          </p:cNvPr>
          <p:cNvCxnSpPr/>
          <p:nvPr/>
        </p:nvCxnSpPr>
        <p:spPr>
          <a:xfrm flipH="1" flipV="1">
            <a:off x="8134006" y="2648253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4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Breitbild</PresentationFormat>
  <Paragraphs>36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Boettcher</dc:creator>
  <cp:lastModifiedBy>Michael Boettcher</cp:lastModifiedBy>
  <cp:revision>17</cp:revision>
  <dcterms:created xsi:type="dcterms:W3CDTF">2024-05-23T12:53:50Z</dcterms:created>
  <dcterms:modified xsi:type="dcterms:W3CDTF">2025-01-14T10:30:59Z</dcterms:modified>
</cp:coreProperties>
</file>