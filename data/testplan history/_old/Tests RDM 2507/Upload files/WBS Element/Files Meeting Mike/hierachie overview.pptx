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4" r:id="rId2"/>
    <p:sldId id="265" r:id="rId3"/>
    <p:sldId id="267" r:id="rId4"/>
    <p:sldId id="269" r:id="rId5"/>
    <p:sldId id="268" r:id="rId6"/>
    <p:sldId id="266" r:id="rId7"/>
    <p:sldId id="263" r:id="rId8"/>
    <p:sldId id="256" r:id="rId9"/>
    <p:sldId id="261" r:id="rId10"/>
    <p:sldId id="262" r:id="rId11"/>
    <p:sldId id="257" r:id="rId12"/>
    <p:sldId id="258" r:id="rId13"/>
    <p:sldId id="259" r:id="rId14"/>
    <p:sldId id="260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klas Vick" initials="NV" lastIdx="25" clrIdx="0">
    <p:extLst>
      <p:ext uri="{19B8F6BF-5375-455C-9EA6-DF929625EA0E}">
        <p15:presenceInfo xmlns:p15="http://schemas.microsoft.com/office/powerpoint/2012/main" userId="Niklas Vick" providerId="None"/>
      </p:ext>
    </p:extLst>
  </p:cmAuthor>
  <p:cmAuthor id="2" name="Niklas Vick" initials="NV [2]" lastIdx="3" clrIdx="1">
    <p:extLst>
      <p:ext uri="{19B8F6BF-5375-455C-9EA6-DF929625EA0E}">
        <p15:presenceInfo xmlns:p15="http://schemas.microsoft.com/office/powerpoint/2012/main" userId="S-1-12-1-3029846478-1119843759-513822874-204681808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9659" autoAdjust="0"/>
  </p:normalViewPr>
  <p:slideViewPr>
    <p:cSldViewPr snapToGrid="0">
      <p:cViewPr varScale="1">
        <p:scale>
          <a:sx n="108" d="100"/>
          <a:sy n="108" d="100"/>
        </p:scale>
        <p:origin x="106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21T15:22:14.134" idx="6">
    <p:pos x="3690" y="1159"/>
    <p:text>diese verbindung ist notwendig, um die darunter liegende hierachie sichtbar zu machen. ist aus dem hierachie oder attribute download aber nicht ersichtbar</p:text>
    <p:extLst>
      <p:ext uri="{C676402C-5697-4E1C-873F-D02D1690AC5C}">
        <p15:threadingInfo xmlns:p15="http://schemas.microsoft.com/office/powerpoint/2012/main" timeZoneBias="-120"/>
      </p:ext>
    </p:extLst>
  </p:cm>
  <p:cm authorId="2" dt="2025-05-23T10:00:24.736" idx="2">
    <p:pos x="3690" y="1295"/>
    <p:text>die project an sich wird beim upload der attribute übergeben</p:text>
    <p:extLst>
      <p:ext uri="{C676402C-5697-4E1C-873F-D02D1690AC5C}">
        <p15:threadingInfo xmlns:p15="http://schemas.microsoft.com/office/powerpoint/2012/main" timeZoneBias="-120">
          <p15:parentCm authorId="1" idx="6"/>
        </p15:threadingInfo>
      </p:ext>
    </p:extLst>
  </p:cm>
  <p:cm authorId="1" dt="2025-06-04T15:18:40.289" idx="19">
    <p:pos x="4848" y="1780"/>
    <p:text>Es kann nur die verbindung zu einem parent node hergestellt werden, der previous node kann nur durch eine internal nummer hergestellt werden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21T15:22:14.134" idx="7">
    <p:pos x="3035" y="1050"/>
    <p:text>diese verbindung ist notwendig, um die darunter liegende hierachie sichtbar zu machen.</p:text>
    <p:extLst>
      <p:ext uri="{C676402C-5697-4E1C-873F-D02D1690AC5C}">
        <p15:threadingInfo xmlns:p15="http://schemas.microsoft.com/office/powerpoint/2012/main" timeZoneBias="-120"/>
      </p:ext>
    </p:extLst>
  </p:cm>
  <p:cm authorId="1" dt="2025-06-04T13:35:17.244" idx="8">
    <p:pos x="3035" y="1186"/>
    <p:text>Sie kann nicht per Upload hergestellt werden</p:text>
    <p:extLst>
      <p:ext uri="{C676402C-5697-4E1C-873F-D02D1690AC5C}">
        <p15:threadingInfo xmlns:p15="http://schemas.microsoft.com/office/powerpoint/2012/main" timeZoneBias="-120">
          <p15:parentCm authorId="1" idx="7"/>
        </p15:threadingInfo>
      </p:ext>
    </p:extLst>
  </p:cm>
  <p:cm authorId="1" dt="2025-06-04T14:56:32.162" idx="9">
    <p:pos x="4370" y="1611"/>
    <p:text>Es kann nur die verbindung zu einem parent node hergestellt werden, der previous node kann nur durch eine internal nummer hergestellt werden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21T15:22:14.134" idx="13">
    <p:pos x="3035" y="1068"/>
    <p:text>diese verbindung ist notwendig, um die darunter liegende hierachie sichtbar zu machen.</p:text>
    <p:extLst>
      <p:ext uri="{C676402C-5697-4E1C-873F-D02D1690AC5C}">
        <p15:threadingInfo xmlns:p15="http://schemas.microsoft.com/office/powerpoint/2012/main" timeZoneBias="-120"/>
      </p:ext>
    </p:extLst>
  </p:cm>
  <p:cm authorId="1" dt="2025-06-04T13:35:17.244" idx="14">
    <p:pos x="3035" y="1204"/>
    <p:text>Sie kann nicht per Upload hergestellt werden</p:text>
    <p:extLst>
      <p:ext uri="{C676402C-5697-4E1C-873F-D02D1690AC5C}">
        <p15:threadingInfo xmlns:p15="http://schemas.microsoft.com/office/powerpoint/2012/main" timeZoneBias="-120">
          <p15:parentCm authorId="1" idx="13"/>
        </p15:threadingInfo>
      </p:ext>
    </p:extLst>
  </p:cm>
  <p:cm authorId="1" dt="2025-06-04T14:56:32.162" idx="15">
    <p:pos x="4370" y="1611"/>
    <p:text>Es kann nur die verbindung zu einem parent node hergestellt werden, der previous node kann nur durch eine internal nummer hergestellt werden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21T15:22:14.134" idx="16">
    <p:pos x="3035" y="1068"/>
    <p:text>diese verbindung ist notwendig, um die darunter liegende hierachie sichtbar zu machen.</p:text>
    <p:extLst>
      <p:ext uri="{C676402C-5697-4E1C-873F-D02D1690AC5C}">
        <p15:threadingInfo xmlns:p15="http://schemas.microsoft.com/office/powerpoint/2012/main" timeZoneBias="-120"/>
      </p:ext>
    </p:extLst>
  </p:cm>
  <p:cm authorId="1" dt="2025-06-04T13:35:17.244" idx="17">
    <p:pos x="3035" y="1204"/>
    <p:text>Sie kann nicht per Upload hergestellt werden</p:text>
    <p:extLst>
      <p:ext uri="{C676402C-5697-4E1C-873F-D02D1690AC5C}">
        <p15:threadingInfo xmlns:p15="http://schemas.microsoft.com/office/powerpoint/2012/main" timeZoneBias="-120">
          <p15:parentCm authorId="1" idx="16"/>
        </p15:threadingInfo>
      </p:ext>
    </p:extLst>
  </p:cm>
  <p:cm authorId="1" dt="2025-06-04T14:56:32.162" idx="18">
    <p:pos x="4370" y="1611"/>
    <p:text>Es kann nur die verbindung zu einem parent node hergestellt werden, der previous node kann nur durch eine internal nummer hergestellt werden - korrekt? Durch table prhi?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21T15:22:14.134" idx="10">
    <p:pos x="3035" y="1068"/>
    <p:text>diese verbindung ist notwendig, um die darunter liegende hierachie sichtbar zu machen.</p:text>
    <p:extLst>
      <p:ext uri="{C676402C-5697-4E1C-873F-D02D1690AC5C}">
        <p15:threadingInfo xmlns:p15="http://schemas.microsoft.com/office/powerpoint/2012/main" timeZoneBias="-120"/>
      </p:ext>
    </p:extLst>
  </p:cm>
  <p:cm authorId="1" dt="2025-06-04T13:35:17.244" idx="11">
    <p:pos x="3035" y="1204"/>
    <p:text>Sie kann nicht per Upload hergestellt werden</p:text>
    <p:extLst>
      <p:ext uri="{C676402C-5697-4E1C-873F-D02D1690AC5C}">
        <p15:threadingInfo xmlns:p15="http://schemas.microsoft.com/office/powerpoint/2012/main" timeZoneBias="-120">
          <p15:parentCm authorId="1" idx="10"/>
        </p15:threadingInfo>
      </p:ext>
    </p:extLst>
  </p:cm>
  <p:cm authorId="1" dt="2025-06-04T14:56:32.162" idx="12">
    <p:pos x="4370" y="1611"/>
    <p:text>Es kann nur die verbindung zu einem parent node hergestellt werden, der previous node kann nur durch eine internal nummer hergestellt werden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21T15:22:14.134" idx="4">
    <p:pos x="3690" y="1159"/>
    <p:text>diese verbindung ist notwendig, um die darunter liegende hierachie sichtbar zu machen. ist aus dem hierachie oder attribute download aber nicht ersichtbar</p:text>
    <p:extLst>
      <p:ext uri="{C676402C-5697-4E1C-873F-D02D1690AC5C}">
        <p15:threadingInfo xmlns:p15="http://schemas.microsoft.com/office/powerpoint/2012/main" timeZoneBias="-120"/>
      </p:ext>
    </p:extLst>
  </p:cm>
  <p:cm authorId="2" dt="2025-05-23T10:00:24.736" idx="1">
    <p:pos x="3690" y="1295"/>
    <p:text>die project an sich wird beim upload der attribute übergeben</p:text>
    <p:extLst>
      <p:ext uri="{C676402C-5697-4E1C-873F-D02D1690AC5C}">
        <p15:threadingInfo xmlns:p15="http://schemas.microsoft.com/office/powerpoint/2012/main" timeZoneBias="-120">
          <p15:parentCm authorId="1" idx="4"/>
        </p15:threadingInfo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21T14:54:11.536" idx="2">
    <p:pos x="1903" y="2524"/>
    <p:text/>
    <p:extLst>
      <p:ext uri="{C676402C-5697-4E1C-873F-D02D1690AC5C}">
        <p15:threadingInfo xmlns:p15="http://schemas.microsoft.com/office/powerpoint/2012/main" timeZoneBias="-120"/>
      </p:ext>
    </p:extLst>
  </p:cm>
  <p:cm authorId="1" dt="2025-05-21T14:55:42.198" idx="3">
    <p:pos x="1903" y="2660"/>
    <p:text>Interne ID mit Test? Vergessen was zu ändern?</p:text>
    <p:extLst>
      <p:ext uri="{C676402C-5697-4E1C-873F-D02D1690AC5C}">
        <p15:threadingInfo xmlns:p15="http://schemas.microsoft.com/office/powerpoint/2012/main" timeZoneBias="-120">
          <p15:parentCm authorId="1" idx="2"/>
        </p15:threadingInfo>
      </p:ext>
    </p:extLst>
  </p:cm>
</p:cmLst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5F478-DE2F-4F3B-ABEB-4959BF296F2C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D2F46-A3CC-48B9-B74E-D9AEA674FD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640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Files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D2F46-A3CC-48B9-B74E-D9AEA674FDC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400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D2F46-A3CC-48B9-B74E-D9AEA674FDC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3529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D2F46-A3CC-48B9-B74E-D9AEA674FDC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2431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D2F46-A3CC-48B9-B74E-D9AEA674FDC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2169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Files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D2F46-A3CC-48B9-B74E-D9AEA674FDC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432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21 verweist nur auf </a:t>
            </a:r>
            <a:r>
              <a:rPr lang="de-DE" dirty="0" err="1"/>
              <a:t>projekt</a:t>
            </a:r>
            <a:r>
              <a:rPr lang="de-DE" dirty="0"/>
              <a:t> </a:t>
            </a:r>
            <a:r>
              <a:rPr lang="de-DE" dirty="0" err="1"/>
              <a:t>def</a:t>
            </a:r>
            <a:endParaRPr lang="de-DE" dirty="0"/>
          </a:p>
          <a:p>
            <a:r>
              <a:rPr lang="de-DE" dirty="0"/>
              <a:t>99 verweist nur auf </a:t>
            </a:r>
            <a:r>
              <a:rPr lang="de-DE" dirty="0" err="1"/>
              <a:t>projekt</a:t>
            </a:r>
            <a:r>
              <a:rPr lang="de-DE" dirty="0"/>
              <a:t> </a:t>
            </a:r>
            <a:r>
              <a:rPr lang="de-DE" dirty="0" err="1"/>
              <a:t>def</a:t>
            </a:r>
            <a:endParaRPr lang="de-DE" dirty="0"/>
          </a:p>
          <a:p>
            <a:r>
              <a:rPr lang="de-DE" dirty="0"/>
              <a:t>89 verweist auf </a:t>
            </a:r>
            <a:r>
              <a:rPr lang="de-DE" dirty="0" err="1"/>
              <a:t>projekt</a:t>
            </a:r>
            <a:r>
              <a:rPr lang="de-DE" dirty="0"/>
              <a:t> </a:t>
            </a:r>
            <a:r>
              <a:rPr lang="de-DE" dirty="0" err="1"/>
              <a:t>def</a:t>
            </a:r>
            <a:r>
              <a:rPr lang="de-DE" dirty="0"/>
              <a:t> und 99 als </a:t>
            </a:r>
            <a:r>
              <a:rPr lang="de-DE" dirty="0" err="1"/>
              <a:t>previous</a:t>
            </a:r>
            <a:r>
              <a:rPr lang="de-DE" dirty="0"/>
              <a:t> </a:t>
            </a:r>
            <a:r>
              <a:rPr lang="de-DE" dirty="0" err="1"/>
              <a:t>node</a:t>
            </a:r>
            <a:endParaRPr lang="de-DE" dirty="0"/>
          </a:p>
          <a:p>
            <a:r>
              <a:rPr lang="de-DE" dirty="0"/>
              <a:t>-&gt; alle werden gleich angezeigt in </a:t>
            </a:r>
            <a:r>
              <a:rPr lang="de-DE" dirty="0" err="1"/>
              <a:t>hierachy</a:t>
            </a:r>
            <a:r>
              <a:rPr lang="de-DE" dirty="0"/>
              <a:t>, wozu ist </a:t>
            </a:r>
            <a:r>
              <a:rPr lang="de-DE" dirty="0" err="1"/>
              <a:t>previous</a:t>
            </a:r>
            <a:r>
              <a:rPr lang="de-DE" dirty="0"/>
              <a:t> </a:t>
            </a:r>
            <a:r>
              <a:rPr lang="de-DE" dirty="0" err="1"/>
              <a:t>node</a:t>
            </a:r>
            <a:r>
              <a:rPr lang="de-DE" dirty="0"/>
              <a:t> dann relevant?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D2F46-A3CC-48B9-B74E-D9AEA674FDC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2820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81194C-BE86-479E-AC7D-B7E5E64F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A8B751-9EF5-4222-85E5-06228EF40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EF7F33-769F-450F-9E27-1D040A17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153A-1970-4E32-A10A-15F1AE7F532D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D4CBDB-9B75-411F-B2C3-4B9327A3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F363A2-2280-4BAB-9180-B9534A55D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6187-3B62-4BBC-8197-D7A7D325BE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2295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98C421-A964-44E3-9EA5-66DB8460D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2F3D69-5267-414B-8D2C-942F4874A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334FEF-FF7D-44FE-8F98-0F11C4B07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153A-1970-4E32-A10A-15F1AE7F532D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D6C65D-C22B-41BB-9697-B4EC98E9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590A8A-E0D2-4481-B714-47B39CF5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6187-3B62-4BBC-8197-D7A7D325BE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5761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98C63-4BFE-45CD-BA94-7CF58F14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BF4C5D-B4B2-4EE0-808F-CC00DB0F1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9CE84E-E051-4272-9C75-AFBD1C379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153A-1970-4E32-A10A-15F1AE7F532D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274577-841C-4541-BE5E-54AE58680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F3DE5A-3282-428A-A4E8-E20AD902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6187-3B62-4BBC-8197-D7A7D325BE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488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AECFF4-A8E6-4404-A9DA-0ACB6E5B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78DF72-1565-4CF2-B4A7-AE91EF1B6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C8A3FC-7455-42DD-B09C-83CE8772C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21C890-9D5F-4C87-8873-F020D826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153A-1970-4E32-A10A-15F1AE7F532D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A2CE76-6F3F-4565-8D9F-69FDD753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B8A7BE-C775-4C1C-9652-521851B0C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6187-3B62-4BBC-8197-D7A7D325BE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579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189AC2-6D92-4C1E-A8A7-8B284C71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D84511-3E7F-46CB-86F9-9FAB80081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96D5B0E-9189-46A0-88E2-2677356A6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A5C74F4-B2A3-419D-87E0-1877013A2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4A4765-1386-4EF5-96DC-2DABEC93F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BCDF958-9CCB-45AA-95CC-1181257E6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153A-1970-4E32-A10A-15F1AE7F532D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2F438A3-FC27-4867-8497-C0414B186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6257F04-BF74-4C22-A00A-E7EB6457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6187-3B62-4BBC-8197-D7A7D325BE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8561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76AC0F-F5AA-4DF3-A2FA-0ACE3C40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4DAD383-64E1-48AC-B0F7-A281BA15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153A-1970-4E32-A10A-15F1AE7F532D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8302E7-A1F5-40B4-82FC-4A83C862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B51F6F-911F-465B-874D-4138E780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6187-3B62-4BBC-8197-D7A7D325BE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443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079BEC-1EF4-401F-A72F-2F1E2117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153A-1970-4E32-A10A-15F1AE7F532D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489C744-5BC0-478D-A2FC-BB6C62CE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C241CC-9F9C-49AD-A822-85FD6027D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6187-3B62-4BBC-8197-D7A7D325BE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40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C0A68-4981-4060-9264-FCE3B29BE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18A225-1593-4BC6-B187-A01DFF1A5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59763CC-B887-4686-A1D6-7884EA08B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AD3302-A02B-418F-B17C-702B008AB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153A-1970-4E32-A10A-15F1AE7F532D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EE7006-DD2F-4E50-80DA-D1D6F88AF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749F06-FF01-4CB7-9B7B-2307814B1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6187-3B62-4BBC-8197-D7A7D325BE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27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625F94-FA8A-45B1-968F-6085700C1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C1E6B53-AC0E-465A-904F-DE43C3B2B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07BF913-3708-48B9-8AA8-0ACAE874B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217696-FB3D-4866-A239-F925FDF62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153A-1970-4E32-A10A-15F1AE7F532D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D542CD-858B-4F0B-B81E-7AEB28702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F7E9F5-4255-493F-B75C-1F8ECE80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6187-3B62-4BBC-8197-D7A7D325BE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737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F50867-4695-4450-BD65-5F44D540E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C2B5F8-1261-4F9B-8083-9F134FFC5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2B5AD6-1DFE-4F80-9D9A-F668C549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153A-1970-4E32-A10A-15F1AE7F532D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0D76CE-9EE0-4161-91D9-45721D20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A213DF-BAE3-416F-974E-ED977D62E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6187-3B62-4BBC-8197-D7A7D325BE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029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386F6C3-73EC-4908-8318-5157D365C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282D67D-6D4F-4963-AFF1-743F84E4E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5D0E14-7DBE-40B6-947A-6C128BAEE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153A-1970-4E32-A10A-15F1AE7F532D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FCE4B4-CA43-49FF-A214-11817F22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6594CA-9619-4CD9-9E55-DE64553A8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6187-3B62-4BBC-8197-D7A7D325BE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9902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5197A40-C087-409B-AD1A-53CAE25E0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3BD832-882A-446F-A593-2F0C590B0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C759AC-BCC2-48EF-845D-DB4704DF5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A153A-1970-4E32-A10A-15F1AE7F532D}" type="datetimeFigureOut">
              <a:rPr lang="de-DE" smtClean="0"/>
              <a:t>05.06.2025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B15EF5-5774-4CD1-B5CE-6DE1A5C26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35F142-DC57-40F4-90C9-EC3D9A9AB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66187-3B62-4BBC-8197-D7A7D325BE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748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F97816B-2A09-4BD4-B9A8-9ECE6B5BCFB7}"/>
              </a:ext>
            </a:extLst>
          </p:cNvPr>
          <p:cNvSpPr/>
          <p:nvPr/>
        </p:nvSpPr>
        <p:spPr>
          <a:xfrm>
            <a:off x="5340096" y="75590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Project</a:t>
            </a:r>
          </a:p>
          <a:p>
            <a:pPr algn="ctr"/>
            <a:r>
              <a:rPr lang="de-DE" dirty="0"/>
              <a:t>PROJ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144E191-A4FB-457D-8EF7-2BBCC1CA1626}"/>
              </a:ext>
            </a:extLst>
          </p:cNvPr>
          <p:cNvSpPr/>
          <p:nvPr/>
        </p:nvSpPr>
        <p:spPr>
          <a:xfrm>
            <a:off x="4363212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  <a:p>
            <a:pPr algn="ctr"/>
            <a:r>
              <a:rPr lang="de-DE" dirty="0"/>
              <a:t>- PRPS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61A3842-3141-4A6B-8A76-2E626F2CE4BA}"/>
              </a:ext>
            </a:extLst>
          </p:cNvPr>
          <p:cNvSpPr/>
          <p:nvPr/>
        </p:nvSpPr>
        <p:spPr>
          <a:xfrm>
            <a:off x="2977896" y="3986150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  <a:p>
            <a:pPr algn="ctr"/>
            <a:r>
              <a:rPr lang="de-DE" dirty="0"/>
              <a:t>PRPS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96DFFEE-D752-412A-94CF-7BEB191CE25A}"/>
              </a:ext>
            </a:extLst>
          </p:cNvPr>
          <p:cNvSpPr/>
          <p:nvPr/>
        </p:nvSpPr>
        <p:spPr>
          <a:xfrm>
            <a:off x="5690616" y="3986150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  <a:p>
            <a:pPr algn="ctr"/>
            <a:r>
              <a:rPr lang="de-DE" dirty="0"/>
              <a:t>PRPS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D781D4A-9E63-4578-AE73-3BD07E803930}"/>
              </a:ext>
            </a:extLst>
          </p:cNvPr>
          <p:cNvSpPr/>
          <p:nvPr/>
        </p:nvSpPr>
        <p:spPr>
          <a:xfrm>
            <a:off x="8726424" y="401053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  <a:p>
            <a:pPr algn="ctr"/>
            <a:r>
              <a:rPr lang="de-DE" dirty="0"/>
              <a:t>PRPS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1AA06FA-CCB8-480A-BF20-8B0F10592B3D}"/>
              </a:ext>
            </a:extLst>
          </p:cNvPr>
          <p:cNvSpPr/>
          <p:nvPr/>
        </p:nvSpPr>
        <p:spPr>
          <a:xfrm>
            <a:off x="8726424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  <a:p>
            <a:pPr algn="ctr"/>
            <a:r>
              <a:rPr lang="de-DE" dirty="0"/>
              <a:t>PRPS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492C9B6-F93F-4009-834D-D67712C601E7}"/>
              </a:ext>
            </a:extLst>
          </p:cNvPr>
          <p:cNvSpPr/>
          <p:nvPr/>
        </p:nvSpPr>
        <p:spPr>
          <a:xfrm>
            <a:off x="0" y="75590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0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8AF5B3B-C481-41C6-A033-76A801DE5FA2}"/>
              </a:ext>
            </a:extLst>
          </p:cNvPr>
          <p:cNvSpPr/>
          <p:nvPr/>
        </p:nvSpPr>
        <p:spPr>
          <a:xfrm>
            <a:off x="0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84AB2F6-41CC-4853-9E34-EF4DF588A25E}"/>
              </a:ext>
            </a:extLst>
          </p:cNvPr>
          <p:cNvSpPr/>
          <p:nvPr/>
        </p:nvSpPr>
        <p:spPr>
          <a:xfrm>
            <a:off x="0" y="401053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2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42AAE01-918B-4A02-9C67-19AB292C60BB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628132" y="1456627"/>
            <a:ext cx="810006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6805E52-A46D-471F-B4B3-ED04895A7EC3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6605016" y="1621536"/>
            <a:ext cx="3386328" cy="749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02DFFCA-C9C5-4B1F-B822-2308A6970A7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880610" y="3236659"/>
            <a:ext cx="747522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C403F00-B460-49C8-8AEF-67CBC3C53F10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628132" y="3236659"/>
            <a:ext cx="1327404" cy="749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35EBFEE1-B28D-43A8-8D08-F6FCA09DCA24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9991344" y="3236659"/>
            <a:ext cx="0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77434339-6240-493A-BEAE-DFD11596A76B}"/>
              </a:ext>
            </a:extLst>
          </p:cNvPr>
          <p:cNvSpPr txBox="1"/>
          <p:nvPr/>
        </p:nvSpPr>
        <p:spPr>
          <a:xfrm>
            <a:off x="179109" y="84841"/>
            <a:ext cx="1602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Tabels</a:t>
            </a:r>
            <a:endParaRPr lang="de-DE" dirty="0"/>
          </a:p>
          <a:p>
            <a:endParaRPr 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939A028-8F70-45C2-AD7D-042C6DCAD9DC}"/>
              </a:ext>
            </a:extLst>
          </p:cNvPr>
          <p:cNvSpPr txBox="1"/>
          <p:nvPr/>
        </p:nvSpPr>
        <p:spPr>
          <a:xfrm>
            <a:off x="7447548" y="184842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PRHI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A2ED8DB6-FD9A-48AF-88F0-3E215DDD956C}"/>
              </a:ext>
            </a:extLst>
          </p:cNvPr>
          <p:cNvCxnSpPr>
            <a:cxnSpLocks/>
          </p:cNvCxnSpPr>
          <p:nvPr/>
        </p:nvCxnSpPr>
        <p:spPr>
          <a:xfrm flipV="1">
            <a:off x="6955536" y="2803843"/>
            <a:ext cx="1770888" cy="4362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1C9A56B3-DFEF-4BE8-85C9-92F15CA1AEC8}"/>
              </a:ext>
            </a:extLst>
          </p:cNvPr>
          <p:cNvSpPr txBox="1"/>
          <p:nvPr/>
        </p:nvSpPr>
        <p:spPr>
          <a:xfrm>
            <a:off x="7447548" y="2492582"/>
            <a:ext cx="6771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PRHI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B9871BF-89E8-4B4B-99A1-06E9914F4FAF}"/>
              </a:ext>
            </a:extLst>
          </p:cNvPr>
          <p:cNvSpPr txBox="1"/>
          <p:nvPr/>
        </p:nvSpPr>
        <p:spPr>
          <a:xfrm>
            <a:off x="1112200" y="5394318"/>
            <a:ext cx="7108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PRHI -&gt; laut Michael überflüssig für </a:t>
            </a:r>
            <a:r>
              <a:rPr lang="de-DE" dirty="0" err="1"/>
              <a:t>import</a:t>
            </a:r>
            <a:r>
              <a:rPr lang="de-DE" dirty="0"/>
              <a:t>/</a:t>
            </a:r>
            <a:r>
              <a:rPr lang="de-DE" dirty="0" err="1"/>
              <a:t>export</a:t>
            </a:r>
            <a:r>
              <a:rPr lang="de-DE" dirty="0"/>
              <a:t> + </a:t>
            </a:r>
            <a:r>
              <a:rPr lang="de-DE" dirty="0" err="1"/>
              <a:t>attribute</a:t>
            </a:r>
            <a:r>
              <a:rPr lang="de-DE" dirty="0"/>
              <a:t> sollten nicht im </a:t>
            </a:r>
            <a:r>
              <a:rPr lang="de-DE" dirty="0" err="1"/>
              <a:t>upload</a:t>
            </a:r>
            <a:r>
              <a:rPr lang="de-DE" dirty="0"/>
              <a:t>/</a:t>
            </a:r>
            <a:r>
              <a:rPr lang="de-DE" dirty="0" err="1"/>
              <a:t>download</a:t>
            </a:r>
            <a:r>
              <a:rPr lang="de-DE" dirty="0"/>
              <a:t> enthalten sein</a:t>
            </a:r>
          </a:p>
        </p:txBody>
      </p:sp>
    </p:spTree>
    <p:extLst>
      <p:ext uri="{BB962C8B-B14F-4D97-AF65-F5344CB8AC3E}">
        <p14:creationId xmlns:p14="http://schemas.microsoft.com/office/powerpoint/2010/main" val="287385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F97816B-2A09-4BD4-B9A8-9ECE6B5BCFB7}"/>
              </a:ext>
            </a:extLst>
          </p:cNvPr>
          <p:cNvSpPr/>
          <p:nvPr/>
        </p:nvSpPr>
        <p:spPr>
          <a:xfrm>
            <a:off x="5340096" y="75590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Projects - PDNV 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144E191-A4FB-457D-8EF7-2BBCC1CA1626}"/>
              </a:ext>
            </a:extLst>
          </p:cNvPr>
          <p:cNvSpPr/>
          <p:nvPr/>
        </p:nvSpPr>
        <p:spPr>
          <a:xfrm>
            <a:off x="3218688" y="2346643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WBSE_L1.1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61A3842-3141-4A6B-8A76-2E626F2CE4BA}"/>
              </a:ext>
            </a:extLst>
          </p:cNvPr>
          <p:cNvSpPr/>
          <p:nvPr/>
        </p:nvSpPr>
        <p:spPr>
          <a:xfrm>
            <a:off x="2977896" y="3986150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WBSE_L2.1.1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96DFFEE-D752-412A-94CF-7BEB191CE25A}"/>
              </a:ext>
            </a:extLst>
          </p:cNvPr>
          <p:cNvSpPr/>
          <p:nvPr/>
        </p:nvSpPr>
        <p:spPr>
          <a:xfrm>
            <a:off x="5690616" y="3986150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WBSE_L2.1.2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D781D4A-9E63-4578-AE73-3BD07E803930}"/>
              </a:ext>
            </a:extLst>
          </p:cNvPr>
          <p:cNvSpPr/>
          <p:nvPr/>
        </p:nvSpPr>
        <p:spPr>
          <a:xfrm>
            <a:off x="8726424" y="401053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WBSE_L2.2.1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1AA06FA-CCB8-480A-BF20-8B0F10592B3D}"/>
              </a:ext>
            </a:extLst>
          </p:cNvPr>
          <p:cNvSpPr/>
          <p:nvPr/>
        </p:nvSpPr>
        <p:spPr>
          <a:xfrm>
            <a:off x="8726424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WBSE_L1.2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492C9B6-F93F-4009-834D-D67712C601E7}"/>
              </a:ext>
            </a:extLst>
          </p:cNvPr>
          <p:cNvSpPr/>
          <p:nvPr/>
        </p:nvSpPr>
        <p:spPr>
          <a:xfrm>
            <a:off x="0" y="75590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0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8AF5B3B-C481-41C6-A033-76A801DE5FA2}"/>
              </a:ext>
            </a:extLst>
          </p:cNvPr>
          <p:cNvSpPr/>
          <p:nvPr/>
        </p:nvSpPr>
        <p:spPr>
          <a:xfrm>
            <a:off x="0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84AB2F6-41CC-4853-9E34-EF4DF588A25E}"/>
              </a:ext>
            </a:extLst>
          </p:cNvPr>
          <p:cNvSpPr/>
          <p:nvPr/>
        </p:nvSpPr>
        <p:spPr>
          <a:xfrm>
            <a:off x="0" y="401053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2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42AAE01-918B-4A02-9C67-19AB292C60BB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4483608" y="1432243"/>
            <a:ext cx="810006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6805E52-A46D-471F-B4B3-ED04895A7EC3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6605016" y="1621536"/>
            <a:ext cx="3386328" cy="749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02DFFCA-C9C5-4B1F-B822-2308A6970A7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736086" y="3212275"/>
            <a:ext cx="747522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C403F00-B460-49C8-8AEF-67CBC3C53F10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4483608" y="3212275"/>
            <a:ext cx="2471928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35EBFEE1-B28D-43A8-8D08-F6FCA09DCA24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9991344" y="3236659"/>
            <a:ext cx="0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19CF3BB4-9FE9-40F0-A358-F8D7B54AFC1C}"/>
              </a:ext>
            </a:extLst>
          </p:cNvPr>
          <p:cNvSpPr/>
          <p:nvPr/>
        </p:nvSpPr>
        <p:spPr>
          <a:xfrm>
            <a:off x="2977896" y="5576889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WBSE_L3.1.1.1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4572E78-DC2F-49BB-8F97-2E53A09F02F6}"/>
              </a:ext>
            </a:extLst>
          </p:cNvPr>
          <p:cNvSpPr/>
          <p:nvPr/>
        </p:nvSpPr>
        <p:spPr>
          <a:xfrm>
            <a:off x="0" y="5576889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3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CFCAFD1-5033-40CF-864B-323139817122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5748528" y="2779459"/>
            <a:ext cx="2977896" cy="2438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730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F97816B-2A09-4BD4-B9A8-9ECE6B5BCFB7}"/>
              </a:ext>
            </a:extLst>
          </p:cNvPr>
          <p:cNvSpPr/>
          <p:nvPr/>
        </p:nvSpPr>
        <p:spPr>
          <a:xfrm>
            <a:off x="5340096" y="75590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Projects – PDNV2 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144E191-A4FB-457D-8EF7-2BBCC1CA1626}"/>
              </a:ext>
            </a:extLst>
          </p:cNvPr>
          <p:cNvSpPr/>
          <p:nvPr/>
        </p:nvSpPr>
        <p:spPr>
          <a:xfrm>
            <a:off x="3386328" y="2346643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WBSE_L1.1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61A3842-3141-4A6B-8A76-2E626F2CE4BA}"/>
              </a:ext>
            </a:extLst>
          </p:cNvPr>
          <p:cNvSpPr/>
          <p:nvPr/>
        </p:nvSpPr>
        <p:spPr>
          <a:xfrm>
            <a:off x="2977896" y="3986150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WBSE_L2.1.1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96DFFEE-D752-412A-94CF-7BEB191CE25A}"/>
              </a:ext>
            </a:extLst>
          </p:cNvPr>
          <p:cNvSpPr/>
          <p:nvPr/>
        </p:nvSpPr>
        <p:spPr>
          <a:xfrm>
            <a:off x="5690616" y="3986150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WBSE_L2.1.2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D781D4A-9E63-4578-AE73-3BD07E803930}"/>
              </a:ext>
            </a:extLst>
          </p:cNvPr>
          <p:cNvSpPr/>
          <p:nvPr/>
        </p:nvSpPr>
        <p:spPr>
          <a:xfrm>
            <a:off x="8726424" y="401053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WBSE_L2.2.1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1AA06FA-CCB8-480A-BF20-8B0F10592B3D}"/>
              </a:ext>
            </a:extLst>
          </p:cNvPr>
          <p:cNvSpPr/>
          <p:nvPr/>
        </p:nvSpPr>
        <p:spPr>
          <a:xfrm>
            <a:off x="8726424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WBSE_L1.2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492C9B6-F93F-4009-834D-D67712C601E7}"/>
              </a:ext>
            </a:extLst>
          </p:cNvPr>
          <p:cNvSpPr/>
          <p:nvPr/>
        </p:nvSpPr>
        <p:spPr>
          <a:xfrm>
            <a:off x="0" y="75590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0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8AF5B3B-C481-41C6-A033-76A801DE5FA2}"/>
              </a:ext>
            </a:extLst>
          </p:cNvPr>
          <p:cNvSpPr/>
          <p:nvPr/>
        </p:nvSpPr>
        <p:spPr>
          <a:xfrm>
            <a:off x="0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84AB2F6-41CC-4853-9E34-EF4DF588A25E}"/>
              </a:ext>
            </a:extLst>
          </p:cNvPr>
          <p:cNvSpPr/>
          <p:nvPr/>
        </p:nvSpPr>
        <p:spPr>
          <a:xfrm>
            <a:off x="0" y="401053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2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42AAE01-918B-4A02-9C67-19AB292C60BB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4651248" y="1432243"/>
            <a:ext cx="810006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6805E52-A46D-471F-B4B3-ED04895A7EC3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6605016" y="1621536"/>
            <a:ext cx="3386328" cy="749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02DFFCA-C9C5-4B1F-B822-2308A6970A7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903726" y="3212275"/>
            <a:ext cx="747522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C403F00-B460-49C8-8AEF-67CBC3C53F10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4651248" y="3212275"/>
            <a:ext cx="2304288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35EBFEE1-B28D-43A8-8D08-F6FCA09DCA24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9991344" y="3236659"/>
            <a:ext cx="0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19CF3BB4-9FE9-40F0-A358-F8D7B54AFC1C}"/>
              </a:ext>
            </a:extLst>
          </p:cNvPr>
          <p:cNvSpPr/>
          <p:nvPr/>
        </p:nvSpPr>
        <p:spPr>
          <a:xfrm>
            <a:off x="2977896" y="5576889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WBSE_L3.1.1.1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4572E78-DC2F-49BB-8F97-2E53A09F02F6}"/>
              </a:ext>
            </a:extLst>
          </p:cNvPr>
          <p:cNvSpPr/>
          <p:nvPr/>
        </p:nvSpPr>
        <p:spPr>
          <a:xfrm>
            <a:off x="0" y="5576889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3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CFCAFD1-5033-40CF-864B-323139817122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5916168" y="2779459"/>
            <a:ext cx="2810256" cy="2438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F4415BE9-5BA0-444A-9EFE-87029FACF01B}"/>
              </a:ext>
            </a:extLst>
          </p:cNvPr>
          <p:cNvSpPr txBox="1"/>
          <p:nvPr/>
        </p:nvSpPr>
        <p:spPr>
          <a:xfrm>
            <a:off x="2849078" y="259882"/>
            <a:ext cx="299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Hierachie</a:t>
            </a:r>
            <a:r>
              <a:rPr lang="de-DE" dirty="0"/>
              <a:t> händisch ausgefüllt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4F829668-BBB9-4187-B17D-1EACD249A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90224"/>
            <a:ext cx="12192000" cy="790405"/>
          </a:xfrm>
          <a:prstGeom prst="rect">
            <a:avLst/>
          </a:prstGeom>
        </p:spPr>
      </p:pic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87E0BC0B-1CFD-4092-8BFC-49CF37F7F1D3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>
            <a:off x="4242816" y="4851782"/>
            <a:ext cx="0" cy="725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9775860-68A0-4CD6-8E52-1DF6F43026A6}"/>
              </a:ext>
            </a:extLst>
          </p:cNvPr>
          <p:cNvCxnSpPr>
            <a:cxnSpLocks/>
          </p:cNvCxnSpPr>
          <p:nvPr/>
        </p:nvCxnSpPr>
        <p:spPr>
          <a:xfrm flipV="1">
            <a:off x="5492656" y="3147589"/>
            <a:ext cx="3218688" cy="312733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45633123-1306-4A1E-8AD2-0E66A43378CA}"/>
              </a:ext>
            </a:extLst>
          </p:cNvPr>
          <p:cNvSpPr txBox="1"/>
          <p:nvPr/>
        </p:nvSpPr>
        <p:spPr>
          <a:xfrm>
            <a:off x="5544958" y="5052965"/>
            <a:ext cx="2324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Was würde hier passieren? – nicht </a:t>
            </a:r>
            <a:r>
              <a:rPr lang="de-DE" dirty="0" err="1"/>
              <a:t>implemementiert</a:t>
            </a:r>
            <a:endParaRPr lang="de-DE" dirty="0"/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0D87EE92-B907-49CD-9D2E-6E8CD9E92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967" y="4900550"/>
            <a:ext cx="4444594" cy="167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21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572E4A27-B38E-4AFA-B1F2-BF37F0C63EB2}"/>
              </a:ext>
            </a:extLst>
          </p:cNvPr>
          <p:cNvSpPr/>
          <p:nvPr/>
        </p:nvSpPr>
        <p:spPr>
          <a:xfrm>
            <a:off x="248332" y="18801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Projects – PDNV2 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6F3C270-FA8A-4B3A-85CF-6C780D6F4205}"/>
              </a:ext>
            </a:extLst>
          </p:cNvPr>
          <p:cNvSpPr txBox="1"/>
          <p:nvPr/>
        </p:nvSpPr>
        <p:spPr>
          <a:xfrm>
            <a:off x="141973" y="117730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WBS Element</a:t>
            </a:r>
          </a:p>
        </p:txBody>
      </p:sp>
      <p:graphicFrame>
        <p:nvGraphicFramePr>
          <p:cNvPr id="7" name="Objekt 6">
            <a:extLst>
              <a:ext uri="{FF2B5EF4-FFF2-40B4-BE49-F238E27FC236}">
                <a16:creationId xmlns:a16="http://schemas.microsoft.com/office/drawing/2014/main" id="{4A4FF992-37FF-48E7-9833-4BB67AD0F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119654"/>
              </p:ext>
            </p:extLst>
          </p:nvPr>
        </p:nvGraphicFramePr>
        <p:xfrm>
          <a:off x="248332" y="1824790"/>
          <a:ext cx="21415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Objekt-Manager-Shellobjekt" showAsIcon="1" r:id="rId4" imgW="2141217" imgH="518269" progId="Package">
                  <p:embed/>
                </p:oleObj>
              </mc:Choice>
              <mc:Fallback>
                <p:oleObj name="Objekt-Manager-Shellobjekt" showAsIcon="1" r:id="rId4" imgW="2141217" imgH="518269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8332" y="1824790"/>
                        <a:ext cx="2141537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kt 19">
            <a:extLst>
              <a:ext uri="{FF2B5EF4-FFF2-40B4-BE49-F238E27FC236}">
                <a16:creationId xmlns:a16="http://schemas.microsoft.com/office/drawing/2014/main" id="{89F96CFE-9484-4587-BB05-CFDBB2B57D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961090"/>
              </p:ext>
            </p:extLst>
          </p:nvPr>
        </p:nvGraphicFramePr>
        <p:xfrm>
          <a:off x="3922713" y="2517775"/>
          <a:ext cx="25749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Objekt-Manager-Shellobjekt" showAsIcon="1" r:id="rId6" imgW="2575473" imgH="518269" progId="Package">
                  <p:embed/>
                </p:oleObj>
              </mc:Choice>
              <mc:Fallback>
                <p:oleObj name="Objekt-Manager-Shellobjekt" showAsIcon="1" r:id="rId6" imgW="2575473" imgH="518269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22713" y="2517775"/>
                        <a:ext cx="257492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kt 20">
            <a:extLst>
              <a:ext uri="{FF2B5EF4-FFF2-40B4-BE49-F238E27FC236}">
                <a16:creationId xmlns:a16="http://schemas.microsoft.com/office/drawing/2014/main" id="{22286033-9DCF-4A1A-9D1F-5B300CA8F4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291708"/>
              </p:ext>
            </p:extLst>
          </p:nvPr>
        </p:nvGraphicFramePr>
        <p:xfrm>
          <a:off x="5286375" y="1180651"/>
          <a:ext cx="24225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Objekt-Manager-Shellobjekt" showAsIcon="1" r:id="rId8" imgW="2423206" imgH="518269" progId="Package">
                  <p:embed/>
                </p:oleObj>
              </mc:Choice>
              <mc:Fallback>
                <p:oleObj name="Objekt-Manager-Shellobjekt" showAsIcon="1" r:id="rId8" imgW="2423206" imgH="518269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86375" y="1180651"/>
                        <a:ext cx="242252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409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F97816B-2A09-4BD4-B9A8-9ECE6B5BCFB7}"/>
              </a:ext>
            </a:extLst>
          </p:cNvPr>
          <p:cNvSpPr/>
          <p:nvPr/>
        </p:nvSpPr>
        <p:spPr>
          <a:xfrm>
            <a:off x="5340096" y="75590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Projects – PDNV3 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144E191-A4FB-457D-8EF7-2BBCC1CA1626}"/>
              </a:ext>
            </a:extLst>
          </p:cNvPr>
          <p:cNvSpPr/>
          <p:nvPr/>
        </p:nvSpPr>
        <p:spPr>
          <a:xfrm>
            <a:off x="3218688" y="2346643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WBSE_L1.1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61A3842-3141-4A6B-8A76-2E626F2CE4BA}"/>
              </a:ext>
            </a:extLst>
          </p:cNvPr>
          <p:cNvSpPr/>
          <p:nvPr/>
        </p:nvSpPr>
        <p:spPr>
          <a:xfrm>
            <a:off x="2977896" y="3986150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WBSE_L2.1.1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96DFFEE-D752-412A-94CF-7BEB191CE25A}"/>
              </a:ext>
            </a:extLst>
          </p:cNvPr>
          <p:cNvSpPr/>
          <p:nvPr/>
        </p:nvSpPr>
        <p:spPr>
          <a:xfrm>
            <a:off x="5690616" y="3986150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WBSE_L2.1.2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D781D4A-9E63-4578-AE73-3BD07E803930}"/>
              </a:ext>
            </a:extLst>
          </p:cNvPr>
          <p:cNvSpPr/>
          <p:nvPr/>
        </p:nvSpPr>
        <p:spPr>
          <a:xfrm>
            <a:off x="8726424" y="401053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WBSE_L2.2.1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1AA06FA-CCB8-480A-BF20-8B0F10592B3D}"/>
              </a:ext>
            </a:extLst>
          </p:cNvPr>
          <p:cNvSpPr/>
          <p:nvPr/>
        </p:nvSpPr>
        <p:spPr>
          <a:xfrm>
            <a:off x="8726424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WBSE_L1.2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492C9B6-F93F-4009-834D-D67712C601E7}"/>
              </a:ext>
            </a:extLst>
          </p:cNvPr>
          <p:cNvSpPr/>
          <p:nvPr/>
        </p:nvSpPr>
        <p:spPr>
          <a:xfrm>
            <a:off x="0" y="75590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0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8AF5B3B-C481-41C6-A033-76A801DE5FA2}"/>
              </a:ext>
            </a:extLst>
          </p:cNvPr>
          <p:cNvSpPr/>
          <p:nvPr/>
        </p:nvSpPr>
        <p:spPr>
          <a:xfrm>
            <a:off x="0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84AB2F6-41CC-4853-9E34-EF4DF588A25E}"/>
              </a:ext>
            </a:extLst>
          </p:cNvPr>
          <p:cNvSpPr/>
          <p:nvPr/>
        </p:nvSpPr>
        <p:spPr>
          <a:xfrm>
            <a:off x="0" y="401053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2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42AAE01-918B-4A02-9C67-19AB292C60BB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4483608" y="1432243"/>
            <a:ext cx="810006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6805E52-A46D-471F-B4B3-ED04895A7EC3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6605016" y="1621536"/>
            <a:ext cx="3386328" cy="749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02DFFCA-C9C5-4B1F-B822-2308A6970A7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736086" y="3212275"/>
            <a:ext cx="747522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C403F00-B460-49C8-8AEF-67CBC3C53F10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4483608" y="3212275"/>
            <a:ext cx="2471928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35EBFEE1-B28D-43A8-8D08-F6FCA09DCA24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9991344" y="3236659"/>
            <a:ext cx="0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19CF3BB4-9FE9-40F0-A358-F8D7B54AFC1C}"/>
              </a:ext>
            </a:extLst>
          </p:cNvPr>
          <p:cNvSpPr/>
          <p:nvPr/>
        </p:nvSpPr>
        <p:spPr>
          <a:xfrm>
            <a:off x="2977896" y="5576889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WBSE_L3.1.1.1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4572E78-DC2F-49BB-8F97-2E53A09F02F6}"/>
              </a:ext>
            </a:extLst>
          </p:cNvPr>
          <p:cNvSpPr/>
          <p:nvPr/>
        </p:nvSpPr>
        <p:spPr>
          <a:xfrm>
            <a:off x="0" y="5576889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3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CFCAFD1-5033-40CF-864B-323139817122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5748528" y="2779459"/>
            <a:ext cx="2977896" cy="2438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F4415BE9-5BA0-444A-9EFE-87029FACF01B}"/>
              </a:ext>
            </a:extLst>
          </p:cNvPr>
          <p:cNvSpPr txBox="1"/>
          <p:nvPr/>
        </p:nvSpPr>
        <p:spPr>
          <a:xfrm>
            <a:off x="2849078" y="259882"/>
            <a:ext cx="299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Ohne </a:t>
            </a:r>
            <a:r>
              <a:rPr lang="de-DE" dirty="0" err="1"/>
              <a:t>hierachie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9926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391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55B8D65-C442-4EC1-AE71-2DDDB70C1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586" y="3429000"/>
            <a:ext cx="7428505" cy="315080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E590DC3-3EEC-4FBD-8B82-DD1C9D557A64}"/>
              </a:ext>
            </a:extLst>
          </p:cNvPr>
          <p:cNvSpPr txBox="1"/>
          <p:nvPr/>
        </p:nvSpPr>
        <p:spPr>
          <a:xfrm>
            <a:off x="0" y="113415"/>
            <a:ext cx="915817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* Download</a:t>
            </a:r>
          </a:p>
          <a:p>
            <a:r>
              <a:rPr lang="de-DE" dirty="0"/>
              <a:t>* Data Model: I1</a:t>
            </a:r>
          </a:p>
          <a:p>
            <a:r>
              <a:rPr lang="de-DE" dirty="0"/>
              <a:t>* Entity Type: POSID</a:t>
            </a:r>
          </a:p>
          <a:p>
            <a:r>
              <a:rPr lang="de-DE" dirty="0"/>
              <a:t>* Variant: ITR_WBSEH</a:t>
            </a:r>
          </a:p>
          <a:p>
            <a:r>
              <a:rPr lang="de-DE" dirty="0"/>
              <a:t>* User: VICKN</a:t>
            </a:r>
          </a:p>
          <a:p>
            <a:r>
              <a:rPr lang="de-DE" dirty="0"/>
              <a:t>* Date: 20250521 / Time: 132822</a:t>
            </a:r>
          </a:p>
          <a:p>
            <a:r>
              <a:rPr lang="de-DE" dirty="0"/>
              <a:t>* </a:t>
            </a:r>
            <a:r>
              <a:rPr lang="de-DE" dirty="0" err="1"/>
              <a:t>Selection</a:t>
            </a:r>
            <a:r>
              <a:rPr lang="de-DE" dirty="0"/>
              <a:t> on </a:t>
            </a:r>
            <a:r>
              <a:rPr lang="de-DE" dirty="0" err="1"/>
              <a:t>Hierarchy</a:t>
            </a:r>
            <a:r>
              <a:rPr lang="de-DE" dirty="0"/>
              <a:t>:</a:t>
            </a:r>
          </a:p>
          <a:p>
            <a:r>
              <a:rPr lang="de-DE" dirty="0"/>
              <a:t>* PSPID EQ | WBS_NV |</a:t>
            </a:r>
          </a:p>
          <a:p>
            <a:r>
              <a:rPr lang="de-DE" dirty="0"/>
              <a:t>* Edition:</a:t>
            </a:r>
          </a:p>
          <a:p>
            <a:r>
              <a:rPr lang="de-DE" dirty="0"/>
              <a:t>* </a:t>
            </a:r>
            <a:r>
              <a:rPr lang="de-DE" dirty="0" err="1"/>
              <a:t>Hierarchy</a:t>
            </a:r>
            <a:r>
              <a:rPr lang="de-DE" dirty="0"/>
              <a:t> Name:</a:t>
            </a:r>
          </a:p>
          <a:p>
            <a:r>
              <a:rPr lang="de-DE" dirty="0"/>
              <a:t>*PSPID:WBS_NV</a:t>
            </a:r>
          </a:p>
          <a:p>
            <a:r>
              <a:rPr lang="de-DE" dirty="0"/>
              <a:t>*PSPID</a:t>
            </a:r>
          </a:p>
          <a:p>
            <a:r>
              <a:rPr lang="de-DE" dirty="0"/>
              <a:t>WBS_NV;</a:t>
            </a:r>
          </a:p>
          <a:p>
            <a:r>
              <a:rPr lang="de-DE" dirty="0"/>
              <a:t>*POSID;POSID</a:t>
            </a:r>
          </a:p>
          <a:p>
            <a:r>
              <a:rPr lang="de-DE" dirty="0"/>
              <a:t>WBS_99;WBSE_29;</a:t>
            </a:r>
          </a:p>
          <a:p>
            <a:r>
              <a:rPr lang="de-DE" dirty="0"/>
              <a:t>WBS_99;WBS_97;</a:t>
            </a:r>
          </a:p>
          <a:p>
            <a:r>
              <a:rPr lang="de-DE" dirty="0"/>
              <a:t>WBS_99;WBSE_19;</a:t>
            </a:r>
          </a:p>
          <a:p>
            <a:r>
              <a:rPr lang="de-DE" dirty="0"/>
              <a:t>WBS_89;WBSE_89;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865D1C5-673E-44E7-8EFD-AF7D3438416B}"/>
              </a:ext>
            </a:extLst>
          </p:cNvPr>
          <p:cNvSpPr txBox="1"/>
          <p:nvPr/>
        </p:nvSpPr>
        <p:spPr>
          <a:xfrm>
            <a:off x="5698156" y="278196"/>
            <a:ext cx="3686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Verbindung Level 1 zu 0 fehlt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C735E734-EFF8-4EBC-90B5-D39007A71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87647"/>
            <a:ext cx="8109672" cy="250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52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F97816B-2A09-4BD4-B9A8-9ECE6B5BCFB7}"/>
              </a:ext>
            </a:extLst>
          </p:cNvPr>
          <p:cNvSpPr/>
          <p:nvPr/>
        </p:nvSpPr>
        <p:spPr>
          <a:xfrm>
            <a:off x="5340096" y="75590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Project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144E191-A4FB-457D-8EF7-2BBCC1CA1626}"/>
              </a:ext>
            </a:extLst>
          </p:cNvPr>
          <p:cNvSpPr/>
          <p:nvPr/>
        </p:nvSpPr>
        <p:spPr>
          <a:xfrm>
            <a:off x="4363212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61A3842-3141-4A6B-8A76-2E626F2CE4BA}"/>
              </a:ext>
            </a:extLst>
          </p:cNvPr>
          <p:cNvSpPr/>
          <p:nvPr/>
        </p:nvSpPr>
        <p:spPr>
          <a:xfrm>
            <a:off x="2977896" y="3986150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96DFFEE-D752-412A-94CF-7BEB191CE25A}"/>
              </a:ext>
            </a:extLst>
          </p:cNvPr>
          <p:cNvSpPr/>
          <p:nvPr/>
        </p:nvSpPr>
        <p:spPr>
          <a:xfrm>
            <a:off x="5690616" y="3986150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D781D4A-9E63-4578-AE73-3BD07E803930}"/>
              </a:ext>
            </a:extLst>
          </p:cNvPr>
          <p:cNvSpPr/>
          <p:nvPr/>
        </p:nvSpPr>
        <p:spPr>
          <a:xfrm>
            <a:off x="8726424" y="401053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1AA06FA-CCB8-480A-BF20-8B0F10592B3D}"/>
              </a:ext>
            </a:extLst>
          </p:cNvPr>
          <p:cNvSpPr/>
          <p:nvPr/>
        </p:nvSpPr>
        <p:spPr>
          <a:xfrm>
            <a:off x="8726424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492C9B6-F93F-4009-834D-D67712C601E7}"/>
              </a:ext>
            </a:extLst>
          </p:cNvPr>
          <p:cNvSpPr/>
          <p:nvPr/>
        </p:nvSpPr>
        <p:spPr>
          <a:xfrm>
            <a:off x="0" y="75590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0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8AF5B3B-C481-41C6-A033-76A801DE5FA2}"/>
              </a:ext>
            </a:extLst>
          </p:cNvPr>
          <p:cNvSpPr/>
          <p:nvPr/>
        </p:nvSpPr>
        <p:spPr>
          <a:xfrm>
            <a:off x="0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84AB2F6-41CC-4853-9E34-EF4DF588A25E}"/>
              </a:ext>
            </a:extLst>
          </p:cNvPr>
          <p:cNvSpPr/>
          <p:nvPr/>
        </p:nvSpPr>
        <p:spPr>
          <a:xfrm>
            <a:off x="0" y="401053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2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42AAE01-918B-4A02-9C67-19AB292C60BB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628132" y="1456627"/>
            <a:ext cx="810006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6805E52-A46D-471F-B4B3-ED04895A7EC3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6605016" y="1621536"/>
            <a:ext cx="3386328" cy="749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02DFFCA-C9C5-4B1F-B822-2308A6970A7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880610" y="3236659"/>
            <a:ext cx="747522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C403F00-B460-49C8-8AEF-67CBC3C53F10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628132" y="3236659"/>
            <a:ext cx="1327404" cy="749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35EBFEE1-B28D-43A8-8D08-F6FCA09DCA24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9991344" y="3236659"/>
            <a:ext cx="0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606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4D7C880-7B75-42DB-B129-9BB3961F2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734"/>
            <a:ext cx="11818941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 Download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 Data Model: I1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 Entity Type: POSID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 Variant: ITR_WBSE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 User: VICKN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 Date: 20250521 / Time: 125010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Selection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restrict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*PSPID;POSID;POSKI;POST1;TXTLG;PBUKR;PKOKR;PLANT_PS;BELKZ;FAKKZ;STUFE;PLAKZ;PSPRI;PRART;ASTNR;VERNR;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sym typeface="Wingdings" panose="05000000000000000000" pitchFamily="2" charset="2"/>
              </a:rPr>
              <a:t>/ITR/PRPS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DOWN;PROJ_DEF;LEFT;RIGHT;UP;PS_POSNR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sym typeface="Wingdings" panose="05000000000000000000" pitchFamily="2" charset="2"/>
              </a:rPr>
              <a:t> /ITR/PRHI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WBS_NV;WBSE_19;WBSE_19;WBSE_19;WBSE_19;IN01;0001;0091;;;2;;;;00000002;00000002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;;;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TEST01121;;;;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WBS_NV;WBSE_21;WBSE_21;WBSE_21;WBSE_21;IN01;0001;0091;;;1;;;;00000002;00000002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;;;;;;;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WBS_NV;WBSE_211;WBSE_211;WBSE_211;WBSE_211;IN01;0001;0091;;;2;;;;00000002;00000002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;;;;;;;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WBS_NV;WBSE_212;WBSE_212;WBSE_212;WBSE_212;IN01;0001;0091;;;2;;;;00000002;00000002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;;;;;;;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WBS_NV;WBSE_29;WBSE_29;WBSE_29;WBSE_29;IN01;0001;0091;;;2;;;;00000002;00000002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;;;;;;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TEST01121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WBS_NV;WBSE_89;WBSE_89;WBSE_891;WBSE_891;IN01;0001;0091;;;2;;;;00000002;00000002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;;;;;;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TEST0113;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WBS_NV;WBS_89;WBS_89;test;test;IN01;0001;0091;;;1;;;;00000002;00000001;;;;;;;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WBS_NV;WBS_97;WBS_97;WBSE_97 upl2;WBSE_97 upl2;IN01;0001;0091;;;2;;;;00000002;00000001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;;;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TEST01121;TEST011;;TEST01121;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WBS_NV;WBS_99;WBS_99;WBSE_99 UPL;;IN01;0001;0091;;;1;;;;00000002;00000001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TEST01121;;;;;;</a:t>
            </a:r>
          </a:p>
        </p:txBody>
      </p:sp>
    </p:spTree>
    <p:extLst>
      <p:ext uri="{BB962C8B-B14F-4D97-AF65-F5344CB8AC3E}">
        <p14:creationId xmlns:p14="http://schemas.microsoft.com/office/powerpoint/2010/main" val="3505646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F97816B-2A09-4BD4-B9A8-9ECE6B5BCFB7}"/>
              </a:ext>
            </a:extLst>
          </p:cNvPr>
          <p:cNvSpPr/>
          <p:nvPr/>
        </p:nvSpPr>
        <p:spPr>
          <a:xfrm>
            <a:off x="5340096" y="75590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Project </a:t>
            </a:r>
          </a:p>
          <a:p>
            <a:pPr algn="ctr"/>
            <a:r>
              <a:rPr lang="de-DE" dirty="0"/>
              <a:t>WBS_NV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144E191-A4FB-457D-8EF7-2BBCC1CA1626}"/>
              </a:ext>
            </a:extLst>
          </p:cNvPr>
          <p:cNvSpPr/>
          <p:nvPr/>
        </p:nvSpPr>
        <p:spPr>
          <a:xfrm>
            <a:off x="3101701" y="1848051"/>
            <a:ext cx="2763814" cy="1413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Element: WBS_99</a:t>
            </a:r>
          </a:p>
          <a:p>
            <a:pPr algn="ctr"/>
            <a:r>
              <a:rPr lang="de-DE" dirty="0" err="1"/>
              <a:t>Hierachy</a:t>
            </a:r>
            <a:r>
              <a:rPr lang="de-DE" dirty="0"/>
              <a:t>: WBS_NV</a:t>
            </a:r>
          </a:p>
          <a:p>
            <a:pPr algn="ctr"/>
            <a:r>
              <a:rPr lang="de-DE" dirty="0"/>
              <a:t>Parent: WBS_NV</a:t>
            </a:r>
          </a:p>
          <a:p>
            <a:pPr algn="ctr"/>
            <a:r>
              <a:rPr lang="de-DE" dirty="0" err="1"/>
              <a:t>Pervious</a:t>
            </a:r>
            <a:r>
              <a:rPr lang="de-DE" dirty="0"/>
              <a:t>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492C9B6-F93F-4009-834D-D67712C601E7}"/>
              </a:ext>
            </a:extLst>
          </p:cNvPr>
          <p:cNvSpPr/>
          <p:nvPr/>
        </p:nvSpPr>
        <p:spPr>
          <a:xfrm>
            <a:off x="0" y="75590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0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8AF5B3B-C481-41C6-A033-76A801DE5FA2}"/>
              </a:ext>
            </a:extLst>
          </p:cNvPr>
          <p:cNvSpPr/>
          <p:nvPr/>
        </p:nvSpPr>
        <p:spPr>
          <a:xfrm>
            <a:off x="0" y="2371027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84AB2F6-41CC-4853-9E34-EF4DF588A25E}"/>
              </a:ext>
            </a:extLst>
          </p:cNvPr>
          <p:cNvSpPr/>
          <p:nvPr/>
        </p:nvSpPr>
        <p:spPr>
          <a:xfrm>
            <a:off x="0" y="4010534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2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42AAE01-918B-4A02-9C67-19AB292C60BB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4483608" y="1481976"/>
            <a:ext cx="926994" cy="366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35EBFEE1-B28D-43A8-8D08-F6FCA09DCA24}"/>
              </a:ext>
            </a:extLst>
          </p:cNvPr>
          <p:cNvCxnSpPr>
            <a:cxnSpLocks/>
          </p:cNvCxnSpPr>
          <p:nvPr/>
        </p:nvCxnSpPr>
        <p:spPr>
          <a:xfrm>
            <a:off x="9991344" y="3236659"/>
            <a:ext cx="0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537A7C03-A0EC-4E6E-8F76-B42AB7A45DCE}"/>
              </a:ext>
            </a:extLst>
          </p:cNvPr>
          <p:cNvSpPr/>
          <p:nvPr/>
        </p:nvSpPr>
        <p:spPr>
          <a:xfrm>
            <a:off x="7149886" y="1885781"/>
            <a:ext cx="2763814" cy="1413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Element: WBS_89</a:t>
            </a:r>
          </a:p>
          <a:p>
            <a:pPr algn="ctr"/>
            <a:r>
              <a:rPr lang="de-DE" dirty="0" err="1"/>
              <a:t>Hierachy</a:t>
            </a:r>
            <a:r>
              <a:rPr lang="de-DE" dirty="0"/>
              <a:t>: WBS_NV</a:t>
            </a:r>
          </a:p>
          <a:p>
            <a:pPr algn="ctr"/>
            <a:r>
              <a:rPr lang="de-DE" dirty="0"/>
              <a:t>Parent: WBS_NV</a:t>
            </a:r>
          </a:p>
          <a:p>
            <a:pPr algn="ctr"/>
            <a:r>
              <a:rPr lang="de-DE" dirty="0" err="1"/>
              <a:t>Pervious</a:t>
            </a:r>
            <a:r>
              <a:rPr lang="de-DE" dirty="0"/>
              <a:t>: WBS_99</a:t>
            </a:r>
          </a:p>
          <a:p>
            <a:pPr algn="ctr"/>
            <a:r>
              <a:rPr lang="de-DE" dirty="0"/>
              <a:t> 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12599880-8475-465B-A0F7-E2D7B1489541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7327453" y="1589486"/>
            <a:ext cx="1204340" cy="296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AE140C0C-D65D-41D5-84EB-A3DC062C9AB7}"/>
              </a:ext>
            </a:extLst>
          </p:cNvPr>
          <p:cNvSpPr/>
          <p:nvPr/>
        </p:nvSpPr>
        <p:spPr>
          <a:xfrm>
            <a:off x="9193650" y="183838"/>
            <a:ext cx="2763814" cy="1413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Element: WBS_21</a:t>
            </a:r>
          </a:p>
          <a:p>
            <a:pPr algn="ctr"/>
            <a:r>
              <a:rPr lang="de-DE" dirty="0" err="1"/>
              <a:t>Hierachy</a:t>
            </a:r>
            <a:r>
              <a:rPr lang="de-DE" dirty="0"/>
              <a:t>: WBS_NV</a:t>
            </a:r>
          </a:p>
          <a:p>
            <a:pPr algn="ctr"/>
            <a:r>
              <a:rPr lang="de-DE" dirty="0"/>
              <a:t>Parent: WBS_NV</a:t>
            </a:r>
          </a:p>
          <a:p>
            <a:pPr algn="ctr"/>
            <a:r>
              <a:rPr lang="de-DE" dirty="0" err="1"/>
              <a:t>Pervious</a:t>
            </a:r>
            <a:r>
              <a:rPr lang="de-DE" dirty="0"/>
              <a:t>:</a:t>
            </a:r>
          </a:p>
          <a:p>
            <a:pPr algn="ctr"/>
            <a:r>
              <a:rPr lang="de-DE" dirty="0"/>
              <a:t>Wo kommt das hin?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08806E3-1530-4DFE-8EA2-38E9C4385E84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5865515" y="2555030"/>
            <a:ext cx="1284371" cy="37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765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F97816B-2A09-4BD4-B9A8-9ECE6B5BCFB7}"/>
              </a:ext>
            </a:extLst>
          </p:cNvPr>
          <p:cNvSpPr/>
          <p:nvPr/>
        </p:nvSpPr>
        <p:spPr>
          <a:xfrm>
            <a:off x="2977896" y="465321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Project – WBS_NV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144E191-A4FB-457D-8EF7-2BBCC1CA1626}"/>
              </a:ext>
            </a:extLst>
          </p:cNvPr>
          <p:cNvSpPr/>
          <p:nvPr/>
        </p:nvSpPr>
        <p:spPr>
          <a:xfrm>
            <a:off x="2977896" y="2100922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 - </a:t>
            </a:r>
          </a:p>
          <a:p>
            <a:pPr algn="ctr"/>
            <a:r>
              <a:rPr lang="de-DE" dirty="0"/>
              <a:t>WBS_89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61A3842-3141-4A6B-8A76-2E626F2CE4BA}"/>
              </a:ext>
            </a:extLst>
          </p:cNvPr>
          <p:cNvSpPr/>
          <p:nvPr/>
        </p:nvSpPr>
        <p:spPr>
          <a:xfrm>
            <a:off x="2977896" y="5467788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492C9B6-F93F-4009-834D-D67712C601E7}"/>
              </a:ext>
            </a:extLst>
          </p:cNvPr>
          <p:cNvSpPr/>
          <p:nvPr/>
        </p:nvSpPr>
        <p:spPr>
          <a:xfrm>
            <a:off x="0" y="431070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0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8AF5B3B-C481-41C6-A033-76A801DE5FA2}"/>
              </a:ext>
            </a:extLst>
          </p:cNvPr>
          <p:cNvSpPr/>
          <p:nvPr/>
        </p:nvSpPr>
        <p:spPr>
          <a:xfrm>
            <a:off x="0" y="2100922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84AB2F6-41CC-4853-9E34-EF4DF588A25E}"/>
              </a:ext>
            </a:extLst>
          </p:cNvPr>
          <p:cNvSpPr/>
          <p:nvPr/>
        </p:nvSpPr>
        <p:spPr>
          <a:xfrm>
            <a:off x="0" y="5467788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Level 2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42AAE01-918B-4A02-9C67-19AB292C60B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4242816" y="1330953"/>
            <a:ext cx="0" cy="769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02DFFCA-C9C5-4B1F-B822-2308A6970A76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4242816" y="2966554"/>
            <a:ext cx="0" cy="2501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2E7E4D7E-ABE5-4A01-93C0-9B64A9B981AE}"/>
              </a:ext>
            </a:extLst>
          </p:cNvPr>
          <p:cNvSpPr/>
          <p:nvPr/>
        </p:nvSpPr>
        <p:spPr>
          <a:xfrm>
            <a:off x="6096000" y="2100922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 –</a:t>
            </a:r>
          </a:p>
          <a:p>
            <a:pPr algn="ctr"/>
            <a:r>
              <a:rPr lang="de-DE" dirty="0"/>
              <a:t>WBS_99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38B30CBF-36C8-4D0D-92E7-4CB647CBAC40}"/>
              </a:ext>
            </a:extLst>
          </p:cNvPr>
          <p:cNvSpPr/>
          <p:nvPr/>
        </p:nvSpPr>
        <p:spPr>
          <a:xfrm>
            <a:off x="9214104" y="2100922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 –</a:t>
            </a:r>
          </a:p>
          <a:p>
            <a:pPr algn="ctr"/>
            <a:r>
              <a:rPr lang="de-DE" dirty="0"/>
              <a:t>WBS_21</a:t>
            </a:r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66E10E3D-2A6C-4A4E-8EAF-58AE6F38E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104" y="3259486"/>
            <a:ext cx="8109672" cy="250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25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F97816B-2A09-4BD4-B9A8-9ECE6B5BCFB7}"/>
              </a:ext>
            </a:extLst>
          </p:cNvPr>
          <p:cNvSpPr/>
          <p:nvPr/>
        </p:nvSpPr>
        <p:spPr>
          <a:xfrm>
            <a:off x="2580118" y="839793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Project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144E191-A4FB-457D-8EF7-2BBCC1CA1626}"/>
              </a:ext>
            </a:extLst>
          </p:cNvPr>
          <p:cNvSpPr/>
          <p:nvPr/>
        </p:nvSpPr>
        <p:spPr>
          <a:xfrm>
            <a:off x="1586456" y="2480083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61A3842-3141-4A6B-8A76-2E626F2CE4BA}"/>
              </a:ext>
            </a:extLst>
          </p:cNvPr>
          <p:cNvSpPr/>
          <p:nvPr/>
        </p:nvSpPr>
        <p:spPr>
          <a:xfrm>
            <a:off x="201140" y="4095206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96DFFEE-D752-412A-94CF-7BEB191CE25A}"/>
              </a:ext>
            </a:extLst>
          </p:cNvPr>
          <p:cNvSpPr/>
          <p:nvPr/>
        </p:nvSpPr>
        <p:spPr>
          <a:xfrm>
            <a:off x="2913860" y="4095206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D781D4A-9E63-4578-AE73-3BD07E803930}"/>
              </a:ext>
            </a:extLst>
          </p:cNvPr>
          <p:cNvSpPr/>
          <p:nvPr/>
        </p:nvSpPr>
        <p:spPr>
          <a:xfrm>
            <a:off x="5949668" y="4119590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1AA06FA-CCB8-480A-BF20-8B0F10592B3D}"/>
              </a:ext>
            </a:extLst>
          </p:cNvPr>
          <p:cNvSpPr/>
          <p:nvPr/>
        </p:nvSpPr>
        <p:spPr>
          <a:xfrm>
            <a:off x="5949668" y="2480083"/>
            <a:ext cx="2529840" cy="865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WBS Element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42AAE01-918B-4A02-9C67-19AB292C60BB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2851376" y="1565683"/>
            <a:ext cx="810006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6805E52-A46D-471F-B4B3-ED04895A7EC3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3845038" y="1705425"/>
            <a:ext cx="3369550" cy="7746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02DFFCA-C9C5-4B1F-B822-2308A6970A7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2103854" y="3345715"/>
            <a:ext cx="747522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C403F00-B460-49C8-8AEF-67CBC3C53F10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2851376" y="3345715"/>
            <a:ext cx="1327404" cy="749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35EBFEE1-B28D-43A8-8D08-F6FCA09DCA24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7214588" y="3345715"/>
            <a:ext cx="0" cy="77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325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347EA91B-3228-4F33-B315-2734C320F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6" y="334478"/>
            <a:ext cx="12139654" cy="175725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F75848A-4F6F-4797-9E0B-7FC8A8AED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33933"/>
            <a:ext cx="12069559" cy="222468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EF1F3E12-DAC8-4DF8-B827-8A11547F6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685"/>
            <a:ext cx="12192000" cy="47319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C138E27-5CF3-436E-BB28-7249B0962B2A}"/>
              </a:ext>
            </a:extLst>
          </p:cNvPr>
          <p:cNvSpPr txBox="1"/>
          <p:nvPr/>
        </p:nvSpPr>
        <p:spPr>
          <a:xfrm>
            <a:off x="0" y="-354050"/>
            <a:ext cx="2666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Level 1</a:t>
            </a:r>
          </a:p>
          <a:p>
            <a:endParaRPr lang="de-DE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0EB9086-1A48-45F2-8CD2-5D6895FB7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566433"/>
            <a:ext cx="10147715" cy="195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019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8733643D-78A4-42A6-8A3F-1D8D7A4D2882}"/>
              </a:ext>
            </a:extLst>
          </p:cNvPr>
          <p:cNvSpPr txBox="1"/>
          <p:nvPr/>
        </p:nvSpPr>
        <p:spPr>
          <a:xfrm>
            <a:off x="-69784" y="-323166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Level 2</a:t>
            </a:r>
          </a:p>
          <a:p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51ACF71-A5B6-452C-B5D9-66A412FBC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2" y="2713566"/>
            <a:ext cx="10356783" cy="204901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D8D38C4-CC8A-4E37-9036-4252E5D2F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2" y="0"/>
            <a:ext cx="12192000" cy="23904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288D61C-6C14-4787-8EE4-632479516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08981"/>
            <a:ext cx="12192000" cy="204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57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Microsoft Office PowerPoint</Application>
  <PresentationFormat>Breitbild</PresentationFormat>
  <Paragraphs>163</Paragraphs>
  <Slides>14</Slides>
  <Notes>6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Office</vt:lpstr>
      <vt:lpstr>Objekt-Manager-Shellobjekt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Niklas Vick</dc:creator>
  <cp:lastModifiedBy>Niklas Vick</cp:lastModifiedBy>
  <cp:revision>25</cp:revision>
  <dcterms:created xsi:type="dcterms:W3CDTF">2025-05-21T12:04:10Z</dcterms:created>
  <dcterms:modified xsi:type="dcterms:W3CDTF">2025-06-05T11:33:01Z</dcterms:modified>
</cp:coreProperties>
</file>