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59A413-1403-494C-E860-643196796C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54BF44D-1B92-A89B-2FAF-8F104BD08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8BC1418-E0C4-5B2F-676D-77B176DA0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BEC1B-DA75-4769-A314-CCFF72E1C30E}" type="datetimeFigureOut">
              <a:rPr lang="de-DE" smtClean="0"/>
              <a:t>11.04.2024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1B06156-94E2-207B-4ED0-A732898F0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46345E3-095B-E276-5367-7C4E2CFE7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B887F-E117-4B93-80D3-1BA2353B785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593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0C9AA7-E3CA-B54D-EBEE-C5ACC5F2E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6E49A7C-D7BA-0C42-A741-3E48B01D4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FBAFDF8-5E3E-AC53-90D3-B74AEC56A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BEC1B-DA75-4769-A314-CCFF72E1C30E}" type="datetimeFigureOut">
              <a:rPr lang="de-DE" smtClean="0"/>
              <a:t>11.04.2024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62F40C-6DEB-30F0-66C4-1EABFB1F7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7CD660F-5516-6830-326D-72D96AAA2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B887F-E117-4B93-80D3-1BA2353B785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93060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04538C-2C93-D5D0-E3B2-CB6FFDFCB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2CE9DE5-FA57-F550-146D-A12567FF2D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D1C556E-1BDF-F0E5-E1C7-A41381ACC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BEC1B-DA75-4769-A314-CCFF72E1C30E}" type="datetimeFigureOut">
              <a:rPr lang="de-DE" smtClean="0"/>
              <a:t>11.04.2024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77329E5-6EC3-F80D-4503-BF05A3C47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FAF688-400F-3C42-CA5C-63DDA7F33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B887F-E117-4B93-80D3-1BA2353B785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1040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2B4CB1-2E9E-B96E-B5BA-A5DBD3AE1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55660A1-65D8-9EA4-E7A0-E4F6539505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A7E5D6B-0F2C-5A71-5C73-8F2DE89E22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5CD5F9C-B15A-BE28-FBFC-F96120052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BEC1B-DA75-4769-A314-CCFF72E1C30E}" type="datetimeFigureOut">
              <a:rPr lang="de-DE" smtClean="0"/>
              <a:t>11.04.2024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9053715-1FFA-7994-4DBF-50B9F1B1C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11A3424-37A7-1BB3-6416-DC1FEA883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B887F-E117-4B93-80D3-1BA2353B785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4661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F8F7B5-27BD-C9EC-ECC9-DBA6EEF61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A536ED9-D700-380A-F277-71170240D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8EAE26C-CFF7-822F-A437-C916F3B322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68E5D1A-A6A6-7433-6E47-6E4110AD2E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960EB29-5CF0-C980-58D7-3D4302B927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5BEBC63-8E8C-F7DC-4329-B9D890D12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BEC1B-DA75-4769-A314-CCFF72E1C30E}" type="datetimeFigureOut">
              <a:rPr lang="de-DE" smtClean="0"/>
              <a:t>11.04.2024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6ECE2E2-8D43-62A9-7838-E54832DB8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3AC298-7315-ABDA-AC38-FF13634CD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B887F-E117-4B93-80D3-1BA2353B785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391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A4C789-5C3B-9E5D-1317-E405DFA80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3AD6CAD-B61E-B2D0-3049-AF46847AF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BEC1B-DA75-4769-A314-CCFF72E1C30E}" type="datetimeFigureOut">
              <a:rPr lang="de-DE" smtClean="0"/>
              <a:t>11.04.2024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3F7C7B4-4EE7-3817-A10C-9E482E31D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8A2F58C-DE3C-DA7E-7348-A7F958FBB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B887F-E117-4B93-80D3-1BA2353B785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7562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4B69B7F-9B01-E229-2E19-ADF672877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BEC1B-DA75-4769-A314-CCFF72E1C30E}" type="datetimeFigureOut">
              <a:rPr lang="de-DE" smtClean="0"/>
              <a:t>11.04.2024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D3B606F-06C4-AB7A-2534-F994C3786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B376BD6-ACD8-7549-18DB-BD511515A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B887F-E117-4B93-80D3-1BA2353B785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2932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C29086-4B39-A516-0497-0521E3C72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BA3956-7AFE-03AF-972A-32D548742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A30779B-A4CF-E00D-C9BA-016B9F8336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E93C860-89E0-8F63-F4D5-67AE6F68F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BEC1B-DA75-4769-A314-CCFF72E1C30E}" type="datetimeFigureOut">
              <a:rPr lang="de-DE" smtClean="0"/>
              <a:t>11.04.2024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183594E-5CC5-0F99-BBCC-67124CE5B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EBCF4F6-4B38-6BE5-74C2-D84800F24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B887F-E117-4B93-80D3-1BA2353B785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9333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D49D11-BC7C-7538-C39C-A06BD8DDC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F128292-A87E-DC85-B4F6-678EAF19F8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93AB6A4-536C-7666-9FDA-4262E53E9F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358C54F-4FF3-5753-5E1C-C4247D77B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BEC1B-DA75-4769-A314-CCFF72E1C30E}" type="datetimeFigureOut">
              <a:rPr lang="de-DE" smtClean="0"/>
              <a:t>11.04.2024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0964CC1-7D26-47BA-CAF6-C651103F0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2AA489E-2C6C-1FC6-D620-84CFDB5DF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B887F-E117-4B93-80D3-1BA2353B785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2801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50ED62-B1B4-0972-09BA-F568146C8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9712570-944A-D4E1-D95D-FE02CB2445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7F92CFF-E36C-8A92-AE0C-15658513E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BEC1B-DA75-4769-A314-CCFF72E1C30E}" type="datetimeFigureOut">
              <a:rPr lang="de-DE" smtClean="0"/>
              <a:t>11.04.2024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9F9DD73-1FB9-02AE-1657-DFCF3F621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13D9C6-DF85-3780-26CF-D40D38561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B887F-E117-4B93-80D3-1BA2353B785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7195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11695CC-D0F3-98AE-E87B-A43F6337E7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4CDF138-B000-E87D-4A7C-7138771E9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E5022C8-7118-3D97-8FB1-560CCAB4A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BEC1B-DA75-4769-A314-CCFF72E1C30E}" type="datetimeFigureOut">
              <a:rPr lang="de-DE" smtClean="0"/>
              <a:t>11.04.2024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DF0D9E4-199B-6174-7205-BFE7CAD41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2A14102-729A-D914-2169-F4350E7F6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B887F-E117-4B93-80D3-1BA2353B785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6818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153A201-321F-80CE-3742-0362E7967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3CC0D2C-9D40-A0F9-91A6-E76DC5E7AC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268D64D-28AD-B26E-011C-B270F3BDAD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FBEC1B-DA75-4769-A314-CCFF72E1C30E}" type="datetimeFigureOut">
              <a:rPr lang="de-DE" smtClean="0"/>
              <a:t>11.04.2024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7387421-2913-909A-8EB0-02D8930C12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EA572B1-C5DE-D2A4-B9C8-9F1F586359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B887F-E117-4B93-80D3-1BA2353B785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169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E8F524C7-DA79-974A-2EA6-A376440A5644}"/>
              </a:ext>
            </a:extLst>
          </p:cNvPr>
          <p:cNvSpPr txBox="1"/>
          <p:nvPr/>
        </p:nvSpPr>
        <p:spPr>
          <a:xfrm>
            <a:off x="350196" y="321013"/>
            <a:ext cx="1507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…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C23019EC-7D1C-45D1-CA57-4795AD1A2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395" y="1092032"/>
            <a:ext cx="6419374" cy="5223005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3F11DBDD-DD54-2CBD-ED64-58359A628345}"/>
              </a:ext>
            </a:extLst>
          </p:cNvPr>
          <p:cNvSpPr/>
          <p:nvPr/>
        </p:nvSpPr>
        <p:spPr>
          <a:xfrm>
            <a:off x="5573949" y="4734835"/>
            <a:ext cx="1517515" cy="1510321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E9EA0948-AD47-DCB0-05AE-E713D2A57188}"/>
              </a:ext>
            </a:extLst>
          </p:cNvPr>
          <p:cNvSpPr txBox="1"/>
          <p:nvPr/>
        </p:nvSpPr>
        <p:spPr>
          <a:xfrm>
            <a:off x="7370323" y="4867585"/>
            <a:ext cx="22114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Scope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Planning</a:t>
            </a:r>
            <a:endParaRPr lang="de-DE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64F4A578-71EB-F701-54EE-B7AAD1F4ECDC}"/>
              </a:ext>
            </a:extLst>
          </p:cNvPr>
          <p:cNvSpPr/>
          <p:nvPr/>
        </p:nvSpPr>
        <p:spPr>
          <a:xfrm>
            <a:off x="1488333" y="1092032"/>
            <a:ext cx="914399" cy="369332"/>
          </a:xfrm>
          <a:prstGeom prst="rect">
            <a:avLst/>
          </a:prstGeom>
          <a:noFill/>
          <a:ln w="254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1195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E8F524C7-DA79-974A-2EA6-A376440A5644}"/>
              </a:ext>
            </a:extLst>
          </p:cNvPr>
          <p:cNvSpPr txBox="1"/>
          <p:nvPr/>
        </p:nvSpPr>
        <p:spPr>
          <a:xfrm>
            <a:off x="350196" y="321013"/>
            <a:ext cx="1507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…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A179884-2888-0978-F222-500B3FB5E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128" y="692952"/>
            <a:ext cx="9779540" cy="5472095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2BBA04A7-C436-ADFB-4543-8E286B15C7F6}"/>
              </a:ext>
            </a:extLst>
          </p:cNvPr>
          <p:cNvSpPr/>
          <p:nvPr/>
        </p:nvSpPr>
        <p:spPr>
          <a:xfrm>
            <a:off x="7791855" y="5347680"/>
            <a:ext cx="1303507" cy="81736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6B5F644-7383-B825-C139-DD964218E791}"/>
              </a:ext>
            </a:extLst>
          </p:cNvPr>
          <p:cNvSpPr/>
          <p:nvPr/>
        </p:nvSpPr>
        <p:spPr>
          <a:xfrm>
            <a:off x="924129" y="1365825"/>
            <a:ext cx="1079770" cy="24896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402A083-F946-2AD8-E309-2CF1152CA06A}"/>
              </a:ext>
            </a:extLst>
          </p:cNvPr>
          <p:cNvSpPr txBox="1"/>
          <p:nvPr/>
        </p:nvSpPr>
        <p:spPr>
          <a:xfrm>
            <a:off x="7866433" y="6310009"/>
            <a:ext cx="3135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Appears</a:t>
            </a:r>
            <a:r>
              <a:rPr lang="de-DE" dirty="0"/>
              <a:t> in </a:t>
            </a:r>
            <a:r>
              <a:rPr lang="de-DE" dirty="0" err="1"/>
              <a:t>Financials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well</a:t>
            </a:r>
            <a:r>
              <a:rPr lang="de-DE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18014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E8F524C7-DA79-974A-2EA6-A376440A5644}"/>
              </a:ext>
            </a:extLst>
          </p:cNvPr>
          <p:cNvSpPr txBox="1"/>
          <p:nvPr/>
        </p:nvSpPr>
        <p:spPr>
          <a:xfrm>
            <a:off x="350196" y="321013"/>
            <a:ext cx="1507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…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CC481FFB-CABE-D51D-1A60-BE0A6890A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659" y="1053160"/>
            <a:ext cx="11024681" cy="4488239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90E32AF6-70D9-6A22-02AD-0DFB12FABCF3}"/>
              </a:ext>
            </a:extLst>
          </p:cNvPr>
          <p:cNvSpPr/>
          <p:nvPr/>
        </p:nvSpPr>
        <p:spPr>
          <a:xfrm>
            <a:off x="2402731" y="4863830"/>
            <a:ext cx="8813259" cy="194553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DEA96EF-86E9-4336-C281-147E1D2C96D6}"/>
              </a:ext>
            </a:extLst>
          </p:cNvPr>
          <p:cNvSpPr txBox="1"/>
          <p:nvPr/>
        </p:nvSpPr>
        <p:spPr>
          <a:xfrm>
            <a:off x="1378084" y="5435508"/>
            <a:ext cx="9186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1) </a:t>
            </a:r>
            <a:r>
              <a:rPr lang="de-DE" sz="1200" dirty="0" err="1"/>
              <a:t>Scope</a:t>
            </a:r>
            <a:r>
              <a:rPr lang="de-DE" sz="1200" dirty="0"/>
              <a:t> </a:t>
            </a:r>
            <a:r>
              <a:rPr lang="de-DE" sz="1200" dirty="0" err="1"/>
              <a:t>of</a:t>
            </a:r>
            <a:r>
              <a:rPr lang="de-DE" sz="1200" dirty="0"/>
              <a:t> </a:t>
            </a:r>
            <a:r>
              <a:rPr lang="de-DE" sz="1200" dirty="0" err="1"/>
              <a:t>Planning</a:t>
            </a:r>
            <a:r>
              <a:rPr lang="de-DE" sz="1200" dirty="0"/>
              <a:t> 2) Description, </a:t>
            </a:r>
            <a:r>
              <a:rPr lang="de-DE" sz="1200" dirty="0" err="1"/>
              <a:t>no</a:t>
            </a:r>
            <a:r>
              <a:rPr lang="de-DE" sz="1200" dirty="0"/>
              <a:t> Rank, Rest ok 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1835EC2F-45F4-FD6D-D00F-0A1990F39B14}"/>
              </a:ext>
            </a:extLst>
          </p:cNvPr>
          <p:cNvSpPr/>
          <p:nvPr/>
        </p:nvSpPr>
        <p:spPr>
          <a:xfrm>
            <a:off x="787941" y="4863830"/>
            <a:ext cx="1614790" cy="194553"/>
          </a:xfrm>
          <a:prstGeom prst="rect">
            <a:avLst/>
          </a:prstGeom>
          <a:noFill/>
          <a:ln w="254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1217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E8F524C7-DA79-974A-2EA6-A376440A5644}"/>
              </a:ext>
            </a:extLst>
          </p:cNvPr>
          <p:cNvSpPr txBox="1"/>
          <p:nvPr/>
        </p:nvSpPr>
        <p:spPr>
          <a:xfrm>
            <a:off x="350196" y="321013"/>
            <a:ext cx="1507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…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62BA1B2-26FE-6F55-2905-71B6C1DDD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0163" y="321013"/>
            <a:ext cx="6886299" cy="5735294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4086B164-E284-8D32-A44A-70C72BEFE373}"/>
              </a:ext>
            </a:extLst>
          </p:cNvPr>
          <p:cNvSpPr/>
          <p:nvPr/>
        </p:nvSpPr>
        <p:spPr>
          <a:xfrm>
            <a:off x="2665380" y="5143399"/>
            <a:ext cx="389106" cy="23599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2F26F9B-760D-7B5B-2B36-917D39E2F818}"/>
              </a:ext>
            </a:extLst>
          </p:cNvPr>
          <p:cNvSpPr txBox="1"/>
          <p:nvPr/>
        </p:nvSpPr>
        <p:spPr>
          <a:xfrm>
            <a:off x="2859933" y="5379396"/>
            <a:ext cx="3135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Edit </a:t>
            </a:r>
            <a:r>
              <a:rPr lang="de-DE" dirty="0" err="1"/>
              <a:t>does</a:t>
            </a:r>
            <a:r>
              <a:rPr lang="de-DE" dirty="0"/>
              <a:t> not </a:t>
            </a:r>
            <a:r>
              <a:rPr lang="de-DE" dirty="0" err="1"/>
              <a:t>work</a:t>
            </a:r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87ECE77-BE5D-82EC-1EA7-78EECA6BF572}"/>
              </a:ext>
            </a:extLst>
          </p:cNvPr>
          <p:cNvSpPr/>
          <p:nvPr/>
        </p:nvSpPr>
        <p:spPr>
          <a:xfrm>
            <a:off x="8988359" y="4341070"/>
            <a:ext cx="914399" cy="369332"/>
          </a:xfrm>
          <a:prstGeom prst="rect">
            <a:avLst/>
          </a:prstGeom>
          <a:noFill/>
          <a:ln w="254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D2CC01D-069F-D1D6-F2DF-C5992D646457}"/>
              </a:ext>
            </a:extLst>
          </p:cNvPr>
          <p:cNvSpPr txBox="1"/>
          <p:nvPr/>
        </p:nvSpPr>
        <p:spPr>
          <a:xfrm>
            <a:off x="8988359" y="4774067"/>
            <a:ext cx="31355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language</a:t>
            </a:r>
            <a:r>
              <a:rPr lang="de-DE" dirty="0"/>
              <a:t> </a:t>
            </a:r>
            <a:r>
              <a:rPr lang="de-DE" dirty="0" err="1"/>
              <a:t>dependent</a:t>
            </a:r>
            <a:r>
              <a:rPr lang="de-DE" dirty="0"/>
              <a:t> </a:t>
            </a:r>
            <a:r>
              <a:rPr lang="de-DE" dirty="0" err="1"/>
              <a:t>texts</a:t>
            </a:r>
            <a:endParaRPr lang="de-DE" dirty="0"/>
          </a:p>
          <a:p>
            <a:r>
              <a:rPr lang="de-DE" dirty="0"/>
              <a:t>-&gt; ok!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761DADAC-EDB4-CB62-C5AB-27DC862A9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4062" y="878717"/>
            <a:ext cx="3135550" cy="1789480"/>
          </a:xfrm>
          <a:prstGeom prst="rect">
            <a:avLst/>
          </a:prstGeom>
        </p:spPr>
      </p:pic>
      <p:sp>
        <p:nvSpPr>
          <p:cNvPr id="11" name="Rechteck 10">
            <a:extLst>
              <a:ext uri="{FF2B5EF4-FFF2-40B4-BE49-F238E27FC236}">
                <a16:creationId xmlns:a16="http://schemas.microsoft.com/office/drawing/2014/main" id="{288E628B-87B1-11AD-D9E3-F4D931E5F9F8}"/>
              </a:ext>
            </a:extLst>
          </p:cNvPr>
          <p:cNvSpPr/>
          <p:nvPr/>
        </p:nvSpPr>
        <p:spPr>
          <a:xfrm>
            <a:off x="8988358" y="1867002"/>
            <a:ext cx="2830748" cy="243900"/>
          </a:xfrm>
          <a:prstGeom prst="rect">
            <a:avLst/>
          </a:prstGeom>
          <a:noFill/>
          <a:ln w="254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05835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E8F524C7-DA79-974A-2EA6-A376440A5644}"/>
              </a:ext>
            </a:extLst>
          </p:cNvPr>
          <p:cNvSpPr txBox="1"/>
          <p:nvPr/>
        </p:nvSpPr>
        <p:spPr>
          <a:xfrm>
            <a:off x="350196" y="321013"/>
            <a:ext cx="1507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…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E10D254-D60D-DA6E-1D6B-4F075CDA2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016" y="1410302"/>
            <a:ext cx="10839855" cy="1923200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B7657B6F-DC32-FFA3-AF18-D952E242932E}"/>
              </a:ext>
            </a:extLst>
          </p:cNvPr>
          <p:cNvSpPr/>
          <p:nvPr/>
        </p:nvSpPr>
        <p:spPr>
          <a:xfrm>
            <a:off x="350196" y="2187236"/>
            <a:ext cx="10917675" cy="1146266"/>
          </a:xfrm>
          <a:prstGeom prst="rect">
            <a:avLst/>
          </a:prstGeom>
          <a:noFill/>
          <a:ln w="254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9ADD7748-C3C7-6B51-9AA3-9C6BD8E772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4308" y="4110436"/>
            <a:ext cx="3172268" cy="1590897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E0001FBD-0605-06FA-B2F5-884EAB08F307}"/>
              </a:ext>
            </a:extLst>
          </p:cNvPr>
          <p:cNvSpPr/>
          <p:nvPr/>
        </p:nvSpPr>
        <p:spPr>
          <a:xfrm>
            <a:off x="6494308" y="4257260"/>
            <a:ext cx="3172268" cy="236919"/>
          </a:xfrm>
          <a:prstGeom prst="rect">
            <a:avLst/>
          </a:prstGeom>
          <a:noFill/>
          <a:ln w="254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2130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E8F524C7-DA79-974A-2EA6-A376440A5644}"/>
              </a:ext>
            </a:extLst>
          </p:cNvPr>
          <p:cNvSpPr txBox="1"/>
          <p:nvPr/>
        </p:nvSpPr>
        <p:spPr>
          <a:xfrm>
            <a:off x="350196" y="321013"/>
            <a:ext cx="1507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…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7E0F8711-3F1B-B578-D6A7-792FD895B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628" y="975993"/>
            <a:ext cx="3135550" cy="1789480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FAA610FA-3631-CC83-B8BB-EEC071F94277}"/>
              </a:ext>
            </a:extLst>
          </p:cNvPr>
          <p:cNvSpPr/>
          <p:nvPr/>
        </p:nvSpPr>
        <p:spPr>
          <a:xfrm>
            <a:off x="4941652" y="2178287"/>
            <a:ext cx="2830748" cy="243900"/>
          </a:xfrm>
          <a:prstGeom prst="rect">
            <a:avLst/>
          </a:prstGeom>
          <a:noFill/>
          <a:ln w="254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8D9A6E7-1A70-4608-5D9F-D006D6C05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4659" y="975993"/>
            <a:ext cx="3135550" cy="1789480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EE0C08F0-EF9D-AA4B-4879-4619F7111E8A}"/>
              </a:ext>
            </a:extLst>
          </p:cNvPr>
          <p:cNvSpPr/>
          <p:nvPr/>
        </p:nvSpPr>
        <p:spPr>
          <a:xfrm>
            <a:off x="8737060" y="2422187"/>
            <a:ext cx="2830748" cy="243900"/>
          </a:xfrm>
          <a:prstGeom prst="rect">
            <a:avLst/>
          </a:prstGeom>
          <a:noFill/>
          <a:ln w="254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B6856A7-F6B8-D4D9-7687-121021AE2345}"/>
              </a:ext>
            </a:extLst>
          </p:cNvPr>
          <p:cNvSpPr txBox="1"/>
          <p:nvPr/>
        </p:nvSpPr>
        <p:spPr>
          <a:xfrm>
            <a:off x="1261353" y="3059668"/>
            <a:ext cx="9400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All „</a:t>
            </a:r>
            <a:r>
              <a:rPr lang="de-DE" dirty="0" err="1"/>
              <a:t>creates</a:t>
            </a:r>
            <a:r>
              <a:rPr lang="de-DE" dirty="0"/>
              <a:t>“ </a:t>
            </a:r>
            <a:r>
              <a:rPr lang="de-DE" dirty="0" err="1"/>
              <a:t>work</a:t>
            </a:r>
            <a:r>
              <a:rPr lang="de-DE" dirty="0"/>
              <a:t>, also </a:t>
            </a:r>
            <a:r>
              <a:rPr lang="de-DE" dirty="0" err="1"/>
              <a:t>with</a:t>
            </a:r>
            <a:r>
              <a:rPr lang="de-DE" dirty="0"/>
              <a:t> „send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revision</a:t>
            </a:r>
            <a:r>
              <a:rPr lang="de-DE" dirty="0"/>
              <a:t>“ 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C16A816F-3A9A-2A1E-18FC-BFE3C4330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27" y="876607"/>
            <a:ext cx="3135550" cy="178948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6ED8F7D0-9965-BD1B-37D5-3CBBE522D398}"/>
              </a:ext>
            </a:extLst>
          </p:cNvPr>
          <p:cNvSpPr/>
          <p:nvPr/>
        </p:nvSpPr>
        <p:spPr>
          <a:xfrm>
            <a:off x="916023" y="1864892"/>
            <a:ext cx="2830748" cy="243900"/>
          </a:xfrm>
          <a:prstGeom prst="rect">
            <a:avLst/>
          </a:prstGeom>
          <a:noFill/>
          <a:ln w="254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46E8E48-F637-5F34-832E-3B6853FCC139}"/>
              </a:ext>
            </a:extLst>
          </p:cNvPr>
          <p:cNvSpPr txBox="1"/>
          <p:nvPr/>
        </p:nvSpPr>
        <p:spPr>
          <a:xfrm>
            <a:off x="916023" y="6167655"/>
            <a:ext cx="9400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All „</a:t>
            </a:r>
            <a:r>
              <a:rPr lang="de-DE" dirty="0" err="1"/>
              <a:t>process</a:t>
            </a:r>
            <a:r>
              <a:rPr lang="de-DE" dirty="0"/>
              <a:t>“ </a:t>
            </a:r>
            <a:r>
              <a:rPr lang="de-DE" dirty="0" err="1"/>
              <a:t>work</a:t>
            </a:r>
            <a:r>
              <a:rPr lang="de-DE" dirty="0"/>
              <a:t>, also </a:t>
            </a:r>
            <a:r>
              <a:rPr lang="de-DE" dirty="0" err="1"/>
              <a:t>with</a:t>
            </a:r>
            <a:r>
              <a:rPr lang="de-DE" dirty="0"/>
              <a:t> „send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revision</a:t>
            </a:r>
            <a:r>
              <a:rPr lang="de-DE" dirty="0"/>
              <a:t>“ and </a:t>
            </a:r>
            <a:r>
              <a:rPr lang="de-DE" dirty="0" err="1"/>
              <a:t>highlighting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changes</a:t>
            </a:r>
            <a:r>
              <a:rPr lang="de-DE" dirty="0"/>
              <a:t> 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1B8FBBEE-7E16-572B-7C3F-B969ADB7EB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076" b="18408"/>
          <a:stretch/>
        </p:blipFill>
        <p:spPr>
          <a:xfrm>
            <a:off x="726332" y="3799996"/>
            <a:ext cx="3020439" cy="1779941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446012C5-C86A-33AA-5066-45404BF83D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076" b="18408"/>
          <a:stretch/>
        </p:blipFill>
        <p:spPr>
          <a:xfrm>
            <a:off x="4585780" y="3822581"/>
            <a:ext cx="3020439" cy="1779941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3CA50968-2DAF-1877-B665-140DFBC575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6076" b="18408"/>
          <a:stretch/>
        </p:blipFill>
        <p:spPr>
          <a:xfrm>
            <a:off x="8625192" y="3839126"/>
            <a:ext cx="3020439" cy="1779941"/>
          </a:xfrm>
          <a:prstGeom prst="rect">
            <a:avLst/>
          </a:prstGeom>
        </p:spPr>
      </p:pic>
      <p:sp>
        <p:nvSpPr>
          <p:cNvPr id="15" name="Rechteck 14">
            <a:extLst>
              <a:ext uri="{FF2B5EF4-FFF2-40B4-BE49-F238E27FC236}">
                <a16:creationId xmlns:a16="http://schemas.microsoft.com/office/drawing/2014/main" id="{E27AC477-B199-833F-D416-15F0309A74AC}"/>
              </a:ext>
            </a:extLst>
          </p:cNvPr>
          <p:cNvSpPr/>
          <p:nvPr/>
        </p:nvSpPr>
        <p:spPr>
          <a:xfrm>
            <a:off x="4829784" y="5096493"/>
            <a:ext cx="2830748" cy="243900"/>
          </a:xfrm>
          <a:prstGeom prst="rect">
            <a:avLst/>
          </a:prstGeom>
          <a:noFill/>
          <a:ln w="254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448F5BA0-1CB7-66A7-BE6D-543575C9C13A}"/>
              </a:ext>
            </a:extLst>
          </p:cNvPr>
          <p:cNvSpPr/>
          <p:nvPr/>
        </p:nvSpPr>
        <p:spPr>
          <a:xfrm>
            <a:off x="8625192" y="5340393"/>
            <a:ext cx="2830748" cy="243900"/>
          </a:xfrm>
          <a:prstGeom prst="rect">
            <a:avLst/>
          </a:prstGeom>
          <a:noFill/>
          <a:ln w="254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1021E29D-1A18-490B-9F94-CABB5EBC8719}"/>
              </a:ext>
            </a:extLst>
          </p:cNvPr>
          <p:cNvSpPr/>
          <p:nvPr/>
        </p:nvSpPr>
        <p:spPr>
          <a:xfrm>
            <a:off x="804155" y="4783098"/>
            <a:ext cx="2830748" cy="243900"/>
          </a:xfrm>
          <a:prstGeom prst="rect">
            <a:avLst/>
          </a:prstGeom>
          <a:noFill/>
          <a:ln w="254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6231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E8F524C7-DA79-974A-2EA6-A376440A5644}"/>
              </a:ext>
            </a:extLst>
          </p:cNvPr>
          <p:cNvSpPr txBox="1"/>
          <p:nvPr/>
        </p:nvSpPr>
        <p:spPr>
          <a:xfrm>
            <a:off x="350196" y="321013"/>
            <a:ext cx="1507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…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21060B7-77E8-0B12-A4EE-BBD11DE14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389" y="869825"/>
            <a:ext cx="5782482" cy="1305107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3C9679F7-F98C-25BB-058B-931DF6A2E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386" y="2519235"/>
            <a:ext cx="9373908" cy="1819529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DDF1B83E-3458-C3AF-AF3E-E77D552B35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810" y="4381680"/>
            <a:ext cx="6576048" cy="2155307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7D4E4D83-81A1-B347-9231-742D7A8F83E0}"/>
              </a:ext>
            </a:extLst>
          </p:cNvPr>
          <p:cNvSpPr txBox="1"/>
          <p:nvPr/>
        </p:nvSpPr>
        <p:spPr>
          <a:xfrm>
            <a:off x="7500025" y="1337712"/>
            <a:ext cx="4691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Direct</a:t>
            </a:r>
            <a:r>
              <a:rPr lang="de-DE" dirty="0"/>
              <a:t> Update 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2581A4C-F0D5-E462-504C-047702D9A665}"/>
              </a:ext>
            </a:extLst>
          </p:cNvPr>
          <p:cNvSpPr txBox="1"/>
          <p:nvPr/>
        </p:nvSpPr>
        <p:spPr>
          <a:xfrm>
            <a:off x="7963710" y="5335622"/>
            <a:ext cx="4691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Did</a:t>
            </a:r>
            <a:r>
              <a:rPr lang="de-DE" dirty="0"/>
              <a:t> not </a:t>
            </a:r>
            <a:r>
              <a:rPr lang="de-DE" dirty="0" err="1"/>
              <a:t>work</a:t>
            </a:r>
            <a:endParaRPr lang="de-DE" dirty="0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B4486B79-A648-DD11-198E-051E35211192}"/>
              </a:ext>
            </a:extLst>
          </p:cNvPr>
          <p:cNvSpPr/>
          <p:nvPr/>
        </p:nvSpPr>
        <p:spPr>
          <a:xfrm>
            <a:off x="7963710" y="5341334"/>
            <a:ext cx="1579124" cy="36362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1AE1B9FC-DD81-7449-9784-58581FF26E60}"/>
              </a:ext>
            </a:extLst>
          </p:cNvPr>
          <p:cNvSpPr/>
          <p:nvPr/>
        </p:nvSpPr>
        <p:spPr>
          <a:xfrm>
            <a:off x="4937292" y="5600223"/>
            <a:ext cx="646385" cy="20946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296D78EB-718D-AC34-2D59-77DAC9A82A6C}"/>
              </a:ext>
            </a:extLst>
          </p:cNvPr>
          <p:cNvSpPr/>
          <p:nvPr/>
        </p:nvSpPr>
        <p:spPr>
          <a:xfrm>
            <a:off x="5918669" y="3700086"/>
            <a:ext cx="735050" cy="34661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0284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E8F524C7-DA79-974A-2EA6-A376440A5644}"/>
              </a:ext>
            </a:extLst>
          </p:cNvPr>
          <p:cNvSpPr txBox="1"/>
          <p:nvPr/>
        </p:nvSpPr>
        <p:spPr>
          <a:xfrm>
            <a:off x="350196" y="321013"/>
            <a:ext cx="1507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…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2DBA81D-2694-4BCF-D8FC-7A1C929F13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196" y="2296492"/>
            <a:ext cx="10635574" cy="2881209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F9C8CEC8-6364-71E8-D30D-517F834A1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196" y="1155005"/>
            <a:ext cx="3524742" cy="752580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7455DF76-B8C6-7D81-E4EA-4AD68C5E172F}"/>
              </a:ext>
            </a:extLst>
          </p:cNvPr>
          <p:cNvSpPr txBox="1"/>
          <p:nvPr/>
        </p:nvSpPr>
        <p:spPr>
          <a:xfrm>
            <a:off x="4257472" y="1531295"/>
            <a:ext cx="4691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LSA</a:t>
            </a:r>
          </a:p>
        </p:txBody>
      </p:sp>
    </p:spTree>
    <p:extLst>
      <p:ext uri="{BB962C8B-B14F-4D97-AF65-F5344CB8AC3E}">
        <p14:creationId xmlns:p14="http://schemas.microsoft.com/office/powerpoint/2010/main" val="565534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E8F524C7-DA79-974A-2EA6-A376440A5644}"/>
              </a:ext>
            </a:extLst>
          </p:cNvPr>
          <p:cNvSpPr txBox="1"/>
          <p:nvPr/>
        </p:nvSpPr>
        <p:spPr>
          <a:xfrm>
            <a:off x="350196" y="321013"/>
            <a:ext cx="1507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…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BB204AD-34EF-1F4D-5F2F-3A80BB1CB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583" y="1115633"/>
            <a:ext cx="8865140" cy="4883510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B3EFF657-BD5E-C8B4-0763-DE80D0AEACB8}"/>
              </a:ext>
            </a:extLst>
          </p:cNvPr>
          <p:cNvSpPr/>
          <p:nvPr/>
        </p:nvSpPr>
        <p:spPr>
          <a:xfrm>
            <a:off x="1011677" y="2723322"/>
            <a:ext cx="7791855" cy="3019044"/>
          </a:xfrm>
          <a:prstGeom prst="rect">
            <a:avLst/>
          </a:prstGeom>
          <a:noFill/>
          <a:ln w="254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B9FC193-E9AB-3629-3B57-6FF19F16A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4487" y="3571390"/>
            <a:ext cx="2959980" cy="712417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735DDE55-7908-FCA9-0921-42A922DCFF3E}"/>
              </a:ext>
            </a:extLst>
          </p:cNvPr>
          <p:cNvSpPr/>
          <p:nvPr/>
        </p:nvSpPr>
        <p:spPr>
          <a:xfrm>
            <a:off x="9063958" y="3571390"/>
            <a:ext cx="3051842" cy="712416"/>
          </a:xfrm>
          <a:prstGeom prst="rect">
            <a:avLst/>
          </a:prstGeom>
          <a:noFill/>
          <a:ln w="254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5597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E8F524C7-DA79-974A-2EA6-A376440A5644}"/>
              </a:ext>
            </a:extLst>
          </p:cNvPr>
          <p:cNvSpPr txBox="1"/>
          <p:nvPr/>
        </p:nvSpPr>
        <p:spPr>
          <a:xfrm>
            <a:off x="350196" y="321013"/>
            <a:ext cx="1507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…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BAB27A7-E9C4-F485-00B4-C9D22DADD9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256" y="997118"/>
            <a:ext cx="6115904" cy="450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961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E8F524C7-DA79-974A-2EA6-A376440A5644}"/>
              </a:ext>
            </a:extLst>
          </p:cNvPr>
          <p:cNvSpPr txBox="1"/>
          <p:nvPr/>
        </p:nvSpPr>
        <p:spPr>
          <a:xfrm>
            <a:off x="350196" y="321013"/>
            <a:ext cx="1507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…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699E8BD9-BA61-D967-D8DC-4E6E0C2F2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422" y="690345"/>
            <a:ext cx="8735644" cy="5611008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595A1E85-18E3-272F-342C-A3AFDC7A2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23347"/>
            <a:ext cx="5229955" cy="548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03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E8F524C7-DA79-974A-2EA6-A376440A5644}"/>
              </a:ext>
            </a:extLst>
          </p:cNvPr>
          <p:cNvSpPr txBox="1"/>
          <p:nvPr/>
        </p:nvSpPr>
        <p:spPr>
          <a:xfrm>
            <a:off x="350196" y="321013"/>
            <a:ext cx="1507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…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2D64A7A-8D66-329F-171E-53E10D73B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535" y="930497"/>
            <a:ext cx="9100930" cy="4997006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D1E47724-735E-4C5F-E7F3-EC9EA10457EB}"/>
              </a:ext>
            </a:extLst>
          </p:cNvPr>
          <p:cNvSpPr/>
          <p:nvPr/>
        </p:nvSpPr>
        <p:spPr>
          <a:xfrm>
            <a:off x="1545535" y="2236304"/>
            <a:ext cx="8304143" cy="755374"/>
          </a:xfrm>
          <a:prstGeom prst="rect">
            <a:avLst/>
          </a:prstGeom>
          <a:noFill/>
          <a:ln w="254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6CF3B07B-6A38-9D3D-2A4E-D1777BB61812}"/>
              </a:ext>
            </a:extLst>
          </p:cNvPr>
          <p:cNvSpPr/>
          <p:nvPr/>
        </p:nvSpPr>
        <p:spPr>
          <a:xfrm>
            <a:off x="1545535" y="4754291"/>
            <a:ext cx="4193784" cy="1004484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9C36501-AE51-9235-0A06-9BB6F9F055C2}"/>
              </a:ext>
            </a:extLst>
          </p:cNvPr>
          <p:cNvSpPr txBox="1"/>
          <p:nvPr/>
        </p:nvSpPr>
        <p:spPr>
          <a:xfrm>
            <a:off x="2516222" y="5827201"/>
            <a:ext cx="3579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Still </a:t>
            </a:r>
            <a:r>
              <a:rPr lang="de-DE" dirty="0" err="1"/>
              <a:t>shows</a:t>
            </a:r>
            <a:r>
              <a:rPr lang="de-DE" dirty="0"/>
              <a:t> </a:t>
            </a:r>
            <a:r>
              <a:rPr lang="de-DE" dirty="0" err="1"/>
              <a:t>entries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29590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E8F524C7-DA79-974A-2EA6-A376440A5644}"/>
              </a:ext>
            </a:extLst>
          </p:cNvPr>
          <p:cNvSpPr txBox="1"/>
          <p:nvPr/>
        </p:nvSpPr>
        <p:spPr>
          <a:xfrm>
            <a:off x="350196" y="321013"/>
            <a:ext cx="1507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…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0AB9989-D0EB-5750-71AE-A13E53C42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072" y="1022961"/>
            <a:ext cx="10839855" cy="874448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C479BD14-BF8A-C80B-8753-E213664FBE30}"/>
              </a:ext>
            </a:extLst>
          </p:cNvPr>
          <p:cNvSpPr/>
          <p:nvPr/>
        </p:nvSpPr>
        <p:spPr>
          <a:xfrm>
            <a:off x="9163455" y="1352145"/>
            <a:ext cx="486383" cy="301557"/>
          </a:xfrm>
          <a:prstGeom prst="rect">
            <a:avLst/>
          </a:prstGeom>
          <a:noFill/>
          <a:ln w="254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8A9747D-4F8F-0D4B-A267-01CD9809B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72" y="1897409"/>
            <a:ext cx="6658583" cy="2190889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3F5B0BF1-01E5-EB94-79F4-EF6C1629FFCE}"/>
              </a:ext>
            </a:extLst>
          </p:cNvPr>
          <p:cNvSpPr/>
          <p:nvPr/>
        </p:nvSpPr>
        <p:spPr>
          <a:xfrm>
            <a:off x="676073" y="1964768"/>
            <a:ext cx="6454302" cy="2123530"/>
          </a:xfrm>
          <a:prstGeom prst="rect">
            <a:avLst/>
          </a:prstGeom>
          <a:noFill/>
          <a:ln w="254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EB3A4595-FCB0-03D7-4447-A9B26B80B4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1267" y="4343301"/>
            <a:ext cx="6194228" cy="2279069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0A3F9CC4-200A-A7EF-8459-F4C9F8C6E0E9}"/>
              </a:ext>
            </a:extLst>
          </p:cNvPr>
          <p:cNvSpPr/>
          <p:nvPr/>
        </p:nvSpPr>
        <p:spPr>
          <a:xfrm>
            <a:off x="6741268" y="5835039"/>
            <a:ext cx="515565" cy="26420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D33DB0B5-B34C-3200-BE36-978A7F260C96}"/>
              </a:ext>
            </a:extLst>
          </p:cNvPr>
          <p:cNvSpPr/>
          <p:nvPr/>
        </p:nvSpPr>
        <p:spPr>
          <a:xfrm>
            <a:off x="2902083" y="4211198"/>
            <a:ext cx="6194228" cy="241117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3559FBE5-F770-CF0E-BB80-40963FA23B88}"/>
              </a:ext>
            </a:extLst>
          </p:cNvPr>
          <p:cNvSpPr txBox="1"/>
          <p:nvPr/>
        </p:nvSpPr>
        <p:spPr>
          <a:xfrm>
            <a:off x="9289917" y="5298169"/>
            <a:ext cx="3579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err="1"/>
              <a:t>Should</a:t>
            </a:r>
            <a:r>
              <a:rPr lang="de-DE" dirty="0"/>
              <a:t> not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created</a:t>
            </a:r>
            <a:r>
              <a:rPr lang="de-DE" dirty="0"/>
              <a:t>(?)</a:t>
            </a:r>
          </a:p>
        </p:txBody>
      </p:sp>
    </p:spTree>
    <p:extLst>
      <p:ext uri="{BB962C8B-B14F-4D97-AF65-F5344CB8AC3E}">
        <p14:creationId xmlns:p14="http://schemas.microsoft.com/office/powerpoint/2010/main" val="3659860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E8F524C7-DA79-974A-2EA6-A376440A5644}"/>
              </a:ext>
            </a:extLst>
          </p:cNvPr>
          <p:cNvSpPr txBox="1"/>
          <p:nvPr/>
        </p:nvSpPr>
        <p:spPr>
          <a:xfrm>
            <a:off x="350196" y="321013"/>
            <a:ext cx="1507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…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7CF0F7B-BAC2-80EF-6A13-A37208BEA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69" y="977542"/>
            <a:ext cx="10781489" cy="5058917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4EA2C122-7608-60F3-54C0-20A14420916A}"/>
              </a:ext>
            </a:extLst>
          </p:cNvPr>
          <p:cNvSpPr txBox="1"/>
          <p:nvPr/>
        </p:nvSpPr>
        <p:spPr>
          <a:xfrm>
            <a:off x="3274979" y="6138990"/>
            <a:ext cx="2182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Suche Deutsch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04A7F16-CC34-E842-3552-0AF02C75849C}"/>
              </a:ext>
            </a:extLst>
          </p:cNvPr>
          <p:cNvSpPr/>
          <p:nvPr/>
        </p:nvSpPr>
        <p:spPr>
          <a:xfrm>
            <a:off x="622569" y="977541"/>
            <a:ext cx="10875525" cy="5058917"/>
          </a:xfrm>
          <a:prstGeom prst="rect">
            <a:avLst/>
          </a:prstGeom>
          <a:noFill/>
          <a:ln w="254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16953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E8F524C7-DA79-974A-2EA6-A376440A5644}"/>
              </a:ext>
            </a:extLst>
          </p:cNvPr>
          <p:cNvSpPr txBox="1"/>
          <p:nvPr/>
        </p:nvSpPr>
        <p:spPr>
          <a:xfrm>
            <a:off x="350196" y="321013"/>
            <a:ext cx="1507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…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C3A2ED1-066B-F9EC-12E8-AA7C7D4AC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927" y="1394201"/>
            <a:ext cx="10791217" cy="4497803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D638A6FF-06A9-1B25-EF56-A16243EA5A11}"/>
              </a:ext>
            </a:extLst>
          </p:cNvPr>
          <p:cNvSpPr/>
          <p:nvPr/>
        </p:nvSpPr>
        <p:spPr>
          <a:xfrm>
            <a:off x="350197" y="1394201"/>
            <a:ext cx="11147898" cy="4642257"/>
          </a:xfrm>
          <a:prstGeom prst="rect">
            <a:avLst/>
          </a:prstGeom>
          <a:noFill/>
          <a:ln w="254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3E657466-3CE1-867C-3410-110F35BB12B4}"/>
              </a:ext>
            </a:extLst>
          </p:cNvPr>
          <p:cNvSpPr txBox="1"/>
          <p:nvPr/>
        </p:nvSpPr>
        <p:spPr>
          <a:xfrm>
            <a:off x="3274979" y="6138990"/>
            <a:ext cx="2182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Pflege Deutsch</a:t>
            </a:r>
          </a:p>
        </p:txBody>
      </p:sp>
    </p:spTree>
    <p:extLst>
      <p:ext uri="{BB962C8B-B14F-4D97-AF65-F5344CB8AC3E}">
        <p14:creationId xmlns:p14="http://schemas.microsoft.com/office/powerpoint/2010/main" val="26331165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E8F524C7-DA79-974A-2EA6-A376440A5644}"/>
              </a:ext>
            </a:extLst>
          </p:cNvPr>
          <p:cNvSpPr txBox="1"/>
          <p:nvPr/>
        </p:nvSpPr>
        <p:spPr>
          <a:xfrm>
            <a:off x="350196" y="321013"/>
            <a:ext cx="1507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…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78B7544-0EF0-0A28-6A28-63F31F7A9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954" y="1071494"/>
            <a:ext cx="8830907" cy="243874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AE048B45-DE48-ACFD-4DE1-06469313B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789" y="4016484"/>
            <a:ext cx="2257740" cy="362001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E7FD25AE-4B52-727B-5B2F-7AFB3C36258D}"/>
              </a:ext>
            </a:extLst>
          </p:cNvPr>
          <p:cNvSpPr/>
          <p:nvPr/>
        </p:nvSpPr>
        <p:spPr>
          <a:xfrm>
            <a:off x="522953" y="1071495"/>
            <a:ext cx="9078247" cy="3539416"/>
          </a:xfrm>
          <a:prstGeom prst="rect">
            <a:avLst/>
          </a:prstGeom>
          <a:noFill/>
          <a:ln w="254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5E5D2558-E253-AC60-0631-645D686490CE}"/>
              </a:ext>
            </a:extLst>
          </p:cNvPr>
          <p:cNvSpPr txBox="1"/>
          <p:nvPr/>
        </p:nvSpPr>
        <p:spPr>
          <a:xfrm>
            <a:off x="1611549" y="4992061"/>
            <a:ext cx="2182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Pflege Deutsch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B6738C4C-A8EE-C3D7-46DA-2C503A3AC671}"/>
              </a:ext>
            </a:extLst>
          </p:cNvPr>
          <p:cNvSpPr txBox="1"/>
          <p:nvPr/>
        </p:nvSpPr>
        <p:spPr>
          <a:xfrm>
            <a:off x="2709614" y="6165866"/>
            <a:ext cx="2182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Anderes noch offen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3176A13-280A-98FE-9347-3991456A1DD0}"/>
              </a:ext>
            </a:extLst>
          </p:cNvPr>
          <p:cNvSpPr/>
          <p:nvPr/>
        </p:nvSpPr>
        <p:spPr>
          <a:xfrm>
            <a:off x="2709613" y="6165866"/>
            <a:ext cx="2182239" cy="369332"/>
          </a:xfrm>
          <a:prstGeom prst="rect">
            <a:avLst/>
          </a:prstGeom>
          <a:noFill/>
          <a:ln w="254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06474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E8F524C7-DA79-974A-2EA6-A376440A5644}"/>
              </a:ext>
            </a:extLst>
          </p:cNvPr>
          <p:cNvSpPr txBox="1"/>
          <p:nvPr/>
        </p:nvSpPr>
        <p:spPr>
          <a:xfrm>
            <a:off x="350196" y="321013"/>
            <a:ext cx="1507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771567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E8F524C7-DA79-974A-2EA6-A376440A5644}"/>
              </a:ext>
            </a:extLst>
          </p:cNvPr>
          <p:cNvSpPr txBox="1"/>
          <p:nvPr/>
        </p:nvSpPr>
        <p:spPr>
          <a:xfrm>
            <a:off x="350196" y="321013"/>
            <a:ext cx="1507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3620711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E8F524C7-DA79-974A-2EA6-A376440A5644}"/>
              </a:ext>
            </a:extLst>
          </p:cNvPr>
          <p:cNvSpPr txBox="1"/>
          <p:nvPr/>
        </p:nvSpPr>
        <p:spPr>
          <a:xfrm>
            <a:off x="350196" y="321013"/>
            <a:ext cx="1507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094293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E8F524C7-DA79-974A-2EA6-A376440A5644}"/>
              </a:ext>
            </a:extLst>
          </p:cNvPr>
          <p:cNvSpPr txBox="1"/>
          <p:nvPr/>
        </p:nvSpPr>
        <p:spPr>
          <a:xfrm>
            <a:off x="350196" y="321013"/>
            <a:ext cx="1507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6270313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E8F524C7-DA79-974A-2EA6-A376440A5644}"/>
              </a:ext>
            </a:extLst>
          </p:cNvPr>
          <p:cNvSpPr txBox="1"/>
          <p:nvPr/>
        </p:nvSpPr>
        <p:spPr>
          <a:xfrm>
            <a:off x="350196" y="321013"/>
            <a:ext cx="1507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530538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E8F524C7-DA79-974A-2EA6-A376440A5644}"/>
              </a:ext>
            </a:extLst>
          </p:cNvPr>
          <p:cNvSpPr txBox="1"/>
          <p:nvPr/>
        </p:nvSpPr>
        <p:spPr>
          <a:xfrm>
            <a:off x="350196" y="321013"/>
            <a:ext cx="1507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6142195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E8F524C7-DA79-974A-2EA6-A376440A5644}"/>
              </a:ext>
            </a:extLst>
          </p:cNvPr>
          <p:cNvSpPr txBox="1"/>
          <p:nvPr/>
        </p:nvSpPr>
        <p:spPr>
          <a:xfrm>
            <a:off x="350196" y="321013"/>
            <a:ext cx="1507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235966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E8F524C7-DA79-974A-2EA6-A376440A5644}"/>
              </a:ext>
            </a:extLst>
          </p:cNvPr>
          <p:cNvSpPr txBox="1"/>
          <p:nvPr/>
        </p:nvSpPr>
        <p:spPr>
          <a:xfrm>
            <a:off x="350196" y="321013"/>
            <a:ext cx="1507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493536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E8F524C7-DA79-974A-2EA6-A376440A5644}"/>
              </a:ext>
            </a:extLst>
          </p:cNvPr>
          <p:cNvSpPr txBox="1"/>
          <p:nvPr/>
        </p:nvSpPr>
        <p:spPr>
          <a:xfrm>
            <a:off x="350196" y="321013"/>
            <a:ext cx="1507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7085505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E8F524C7-DA79-974A-2EA6-A376440A5644}"/>
              </a:ext>
            </a:extLst>
          </p:cNvPr>
          <p:cNvSpPr txBox="1"/>
          <p:nvPr/>
        </p:nvSpPr>
        <p:spPr>
          <a:xfrm>
            <a:off x="350196" y="321013"/>
            <a:ext cx="1507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630271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E8F524C7-DA79-974A-2EA6-A376440A5644}"/>
              </a:ext>
            </a:extLst>
          </p:cNvPr>
          <p:cNvSpPr txBox="1"/>
          <p:nvPr/>
        </p:nvSpPr>
        <p:spPr>
          <a:xfrm>
            <a:off x="350196" y="321013"/>
            <a:ext cx="1507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419426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E8F524C7-DA79-974A-2EA6-A376440A5644}"/>
              </a:ext>
            </a:extLst>
          </p:cNvPr>
          <p:cNvSpPr txBox="1"/>
          <p:nvPr/>
        </p:nvSpPr>
        <p:spPr>
          <a:xfrm>
            <a:off x="350196" y="321013"/>
            <a:ext cx="1507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594092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E8F524C7-DA79-974A-2EA6-A376440A5644}"/>
              </a:ext>
            </a:extLst>
          </p:cNvPr>
          <p:cNvSpPr txBox="1"/>
          <p:nvPr/>
        </p:nvSpPr>
        <p:spPr>
          <a:xfrm>
            <a:off x="350196" y="321013"/>
            <a:ext cx="1507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291431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E8F524C7-DA79-974A-2EA6-A376440A5644}"/>
              </a:ext>
            </a:extLst>
          </p:cNvPr>
          <p:cNvSpPr txBox="1"/>
          <p:nvPr/>
        </p:nvSpPr>
        <p:spPr>
          <a:xfrm>
            <a:off x="350196" y="321013"/>
            <a:ext cx="1507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556977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E8F524C7-DA79-974A-2EA6-A376440A5644}"/>
              </a:ext>
            </a:extLst>
          </p:cNvPr>
          <p:cNvSpPr txBox="1"/>
          <p:nvPr/>
        </p:nvSpPr>
        <p:spPr>
          <a:xfrm>
            <a:off x="350196" y="321013"/>
            <a:ext cx="1507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0799059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E8F524C7-DA79-974A-2EA6-A376440A5644}"/>
              </a:ext>
            </a:extLst>
          </p:cNvPr>
          <p:cNvSpPr txBox="1"/>
          <p:nvPr/>
        </p:nvSpPr>
        <p:spPr>
          <a:xfrm>
            <a:off x="350196" y="321013"/>
            <a:ext cx="1507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9269813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>
            <a:extLst>
              <a:ext uri="{FF2B5EF4-FFF2-40B4-BE49-F238E27FC236}">
                <a16:creationId xmlns:a16="http://schemas.microsoft.com/office/drawing/2014/main" id="{E8F524C7-DA79-974A-2EA6-A376440A5644}"/>
              </a:ext>
            </a:extLst>
          </p:cNvPr>
          <p:cNvSpPr txBox="1"/>
          <p:nvPr/>
        </p:nvSpPr>
        <p:spPr>
          <a:xfrm>
            <a:off x="350196" y="321013"/>
            <a:ext cx="1507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422493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</Words>
  <Application>Microsoft Office PowerPoint</Application>
  <PresentationFormat>Breitbild</PresentationFormat>
  <Paragraphs>50</Paragraphs>
  <Slides>33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33</vt:i4>
      </vt:variant>
    </vt:vector>
  </HeadingPairs>
  <TitlesOfParts>
    <vt:vector size="37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Michael Boettcher</dc:creator>
  <cp:lastModifiedBy>Michael Boettcher</cp:lastModifiedBy>
  <cp:revision>22</cp:revision>
  <dcterms:created xsi:type="dcterms:W3CDTF">2024-04-11T13:39:27Z</dcterms:created>
  <dcterms:modified xsi:type="dcterms:W3CDTF">2024-04-11T15:03:24Z</dcterms:modified>
</cp:coreProperties>
</file>